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notesMasterIdLst>
    <p:notesMasterId r:id="rId16"/>
  </p:notesMasterIdLst>
  <p:sldIdLst>
    <p:sldId id="256" r:id="rId2"/>
    <p:sldId id="269" r:id="rId3"/>
    <p:sldId id="270" r:id="rId4"/>
    <p:sldId id="267" r:id="rId5"/>
    <p:sldId id="296" r:id="rId6"/>
    <p:sldId id="288" r:id="rId7"/>
    <p:sldId id="289" r:id="rId8"/>
    <p:sldId id="293" r:id="rId9"/>
    <p:sldId id="295" r:id="rId10"/>
    <p:sldId id="297" r:id="rId11"/>
    <p:sldId id="294" r:id="rId12"/>
    <p:sldId id="292" r:id="rId13"/>
    <p:sldId id="272" r:id="rId14"/>
    <p:sldId id="268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9900"/>
    <a:srgbClr val="003300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49" autoAdjust="0"/>
    <p:restoredTop sz="86491" autoAdjust="0"/>
  </p:normalViewPr>
  <p:slideViewPr>
    <p:cSldViewPr>
      <p:cViewPr varScale="1">
        <p:scale>
          <a:sx n="108" d="100"/>
          <a:sy n="108" d="100"/>
        </p:scale>
        <p:origin x="-90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5A72EC5A-9529-438B-A2CD-D4885EE66D9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378" name="Group 2"/>
          <p:cNvGrpSpPr>
            <a:grpSpLocks/>
          </p:cNvGrpSpPr>
          <p:nvPr/>
        </p:nvGrpSpPr>
        <p:grpSpPr bwMode="auto">
          <a:xfrm>
            <a:off x="3800475" y="1789113"/>
            <a:ext cx="5340350" cy="5056187"/>
            <a:chOff x="2394" y="1127"/>
            <a:chExt cx="3364" cy="3185"/>
          </a:xfrm>
        </p:grpSpPr>
        <p:sp>
          <p:nvSpPr>
            <p:cNvPr id="229379" name="Rectangle 3"/>
            <p:cNvSpPr>
              <a:spLocks noChangeArrowheads="1"/>
            </p:cNvSpPr>
            <p:nvPr/>
          </p:nvSpPr>
          <p:spPr bwMode="ltGray">
            <a:xfrm>
              <a:off x="4230" y="1365"/>
              <a:ext cx="197" cy="10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380" name="Oval 4"/>
            <p:cNvSpPr>
              <a:spLocks noChangeArrowheads="1"/>
            </p:cNvSpPr>
            <p:nvPr/>
          </p:nvSpPr>
          <p:spPr bwMode="ltGray">
            <a:xfrm>
              <a:off x="4299" y="1185"/>
              <a:ext cx="47" cy="47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381" name="Rectangle 5"/>
            <p:cNvSpPr>
              <a:spLocks noChangeArrowheads="1"/>
            </p:cNvSpPr>
            <p:nvPr/>
          </p:nvSpPr>
          <p:spPr bwMode="ltGray">
            <a:xfrm rot="995337">
              <a:off x="5205" y="1495"/>
              <a:ext cx="6" cy="20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382" name="Freeform 6"/>
            <p:cNvSpPr>
              <a:spLocks noEditPoints="1"/>
            </p:cNvSpPr>
            <p:nvPr/>
          </p:nvSpPr>
          <p:spPr bwMode="ltGray">
            <a:xfrm>
              <a:off x="4871" y="3508"/>
              <a:ext cx="66" cy="96"/>
            </a:xfrm>
            <a:custGeom>
              <a:avLst/>
              <a:gdLst/>
              <a:ahLst/>
              <a:cxnLst>
                <a:cxn ang="0">
                  <a:pos x="18" y="96"/>
                </a:cxn>
                <a:cxn ang="0">
                  <a:pos x="42" y="78"/>
                </a:cxn>
                <a:cxn ang="0">
                  <a:pos x="60" y="60"/>
                </a:cxn>
                <a:cxn ang="0">
                  <a:pos x="66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24" y="6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0" y="60"/>
                </a:cxn>
                <a:cxn ang="0">
                  <a:pos x="12" y="84"/>
                </a:cxn>
                <a:cxn ang="0">
                  <a:pos x="18" y="96"/>
                </a:cxn>
                <a:cxn ang="0">
                  <a:pos x="18" y="96"/>
                </a:cxn>
                <a:cxn ang="0">
                  <a:pos x="42" y="18"/>
                </a:cxn>
                <a:cxn ang="0">
                  <a:pos x="54" y="24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36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12" y="48"/>
                </a:cxn>
                <a:cxn ang="0">
                  <a:pos x="18" y="24"/>
                </a:cxn>
                <a:cxn ang="0">
                  <a:pos x="30" y="18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83" name="Rectangle 7"/>
            <p:cNvSpPr>
              <a:spLocks noChangeArrowheads="1"/>
            </p:cNvSpPr>
            <p:nvPr/>
          </p:nvSpPr>
          <p:spPr bwMode="ltGray">
            <a:xfrm rot="91736">
              <a:off x="5487" y="1535"/>
              <a:ext cx="6" cy="199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384" name="Rectangle 8"/>
            <p:cNvSpPr>
              <a:spLocks noChangeArrowheads="1"/>
            </p:cNvSpPr>
            <p:nvPr/>
          </p:nvSpPr>
          <p:spPr bwMode="ltGray">
            <a:xfrm rot="-926223">
              <a:off x="5640" y="1521"/>
              <a:ext cx="6" cy="881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385" name="Rectangle 9"/>
            <p:cNvSpPr>
              <a:spLocks noChangeArrowheads="1"/>
            </p:cNvSpPr>
            <p:nvPr/>
          </p:nvSpPr>
          <p:spPr bwMode="ltGray">
            <a:xfrm rot="-1140313">
              <a:off x="3444" y="1816"/>
              <a:ext cx="6" cy="203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386" name="Rectangle 10"/>
            <p:cNvSpPr>
              <a:spLocks noChangeArrowheads="1"/>
            </p:cNvSpPr>
            <p:nvPr/>
          </p:nvSpPr>
          <p:spPr bwMode="ltGray">
            <a:xfrm rot="1114412">
              <a:off x="2757" y="1821"/>
              <a:ext cx="6" cy="211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387" name="Rectangle 11"/>
            <p:cNvSpPr>
              <a:spLocks noChangeArrowheads="1"/>
            </p:cNvSpPr>
            <p:nvPr/>
          </p:nvSpPr>
          <p:spPr bwMode="ltGray">
            <a:xfrm rot="254676">
              <a:off x="3035" y="1870"/>
              <a:ext cx="6" cy="190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388" name="Freeform 12"/>
            <p:cNvSpPr>
              <a:spLocks/>
            </p:cNvSpPr>
            <p:nvPr/>
          </p:nvSpPr>
          <p:spPr bwMode="ltGray">
            <a:xfrm>
              <a:off x="4007" y="3021"/>
              <a:ext cx="623" cy="156"/>
            </a:xfrm>
            <a:custGeom>
              <a:avLst/>
              <a:gdLst/>
              <a:ahLst/>
              <a:cxnLst>
                <a:cxn ang="0">
                  <a:pos x="6" y="18"/>
                </a:cxn>
                <a:cxn ang="0">
                  <a:pos x="162" y="36"/>
                </a:cxn>
                <a:cxn ang="0">
                  <a:pos x="251" y="36"/>
                </a:cxn>
                <a:cxn ang="0">
                  <a:pos x="354" y="30"/>
                </a:cxn>
                <a:cxn ang="0">
                  <a:pos x="473" y="18"/>
                </a:cxn>
                <a:cxn ang="0">
                  <a:pos x="611" y="0"/>
                </a:cxn>
                <a:cxn ang="0">
                  <a:pos x="623" y="114"/>
                </a:cxn>
                <a:cxn ang="0">
                  <a:pos x="497" y="138"/>
                </a:cxn>
                <a:cxn ang="0">
                  <a:pos x="414" y="150"/>
                </a:cxn>
                <a:cxn ang="0">
                  <a:pos x="318" y="156"/>
                </a:cxn>
                <a:cxn ang="0">
                  <a:pos x="215" y="156"/>
                </a:cxn>
                <a:cxn ang="0">
                  <a:pos x="108" y="150"/>
                </a:cxn>
                <a:cxn ang="0">
                  <a:pos x="0" y="132"/>
                </a:cxn>
                <a:cxn ang="0">
                  <a:pos x="6" y="18"/>
                </a:cxn>
                <a:cxn ang="0">
                  <a:pos x="6" y="18"/>
                </a:cxn>
              </a:cxnLst>
              <a:rect l="0" t="0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89" name="Freeform 13"/>
            <p:cNvSpPr>
              <a:spLocks/>
            </p:cNvSpPr>
            <p:nvPr/>
          </p:nvSpPr>
          <p:spPr bwMode="ltGray">
            <a:xfrm>
              <a:off x="4762" y="3591"/>
              <a:ext cx="996" cy="126"/>
            </a:xfrm>
            <a:custGeom>
              <a:avLst/>
              <a:gdLst/>
              <a:ahLst/>
              <a:cxnLst>
                <a:cxn ang="0">
                  <a:pos x="754" y="6"/>
                </a:cxn>
                <a:cxn ang="0">
                  <a:pos x="652" y="6"/>
                </a:cxn>
                <a:cxn ang="0">
                  <a:pos x="563" y="6"/>
                </a:cxn>
                <a:cxn ang="0">
                  <a:pos x="479" y="6"/>
                </a:cxn>
                <a:cxn ang="0">
                  <a:pos x="401" y="6"/>
                </a:cxn>
                <a:cxn ang="0">
                  <a:pos x="335" y="0"/>
                </a:cxn>
                <a:cxn ang="0">
                  <a:pos x="276" y="0"/>
                </a:cxn>
                <a:cxn ang="0">
                  <a:pos x="222" y="0"/>
                </a:cxn>
                <a:cxn ang="0">
                  <a:pos x="180" y="6"/>
                </a:cxn>
                <a:cxn ang="0">
                  <a:pos x="138" y="6"/>
                </a:cxn>
                <a:cxn ang="0">
                  <a:pos x="108" y="6"/>
                </a:cxn>
                <a:cxn ang="0">
                  <a:pos x="54" y="6"/>
                </a:cxn>
                <a:cxn ang="0">
                  <a:pos x="24" y="12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12" y="42"/>
                </a:cxn>
                <a:cxn ang="0">
                  <a:pos x="18" y="48"/>
                </a:cxn>
                <a:cxn ang="0">
                  <a:pos x="30" y="54"/>
                </a:cxn>
                <a:cxn ang="0">
                  <a:pos x="60" y="60"/>
                </a:cxn>
                <a:cxn ang="0">
                  <a:pos x="90" y="72"/>
                </a:cxn>
                <a:cxn ang="0">
                  <a:pos x="144" y="84"/>
                </a:cxn>
                <a:cxn ang="0">
                  <a:pos x="210" y="90"/>
                </a:cxn>
                <a:cxn ang="0">
                  <a:pos x="293" y="102"/>
                </a:cxn>
                <a:cxn ang="0">
                  <a:pos x="389" y="108"/>
                </a:cxn>
                <a:cxn ang="0">
                  <a:pos x="503" y="120"/>
                </a:cxn>
                <a:cxn ang="0">
                  <a:pos x="622" y="120"/>
                </a:cxn>
                <a:cxn ang="0">
                  <a:pos x="754" y="126"/>
                </a:cxn>
                <a:cxn ang="0">
                  <a:pos x="873" y="126"/>
                </a:cxn>
                <a:cxn ang="0">
                  <a:pos x="993" y="126"/>
                </a:cxn>
                <a:cxn ang="0">
                  <a:pos x="993" y="12"/>
                </a:cxn>
                <a:cxn ang="0">
                  <a:pos x="879" y="12"/>
                </a:cxn>
                <a:cxn ang="0">
                  <a:pos x="754" y="6"/>
                </a:cxn>
                <a:cxn ang="0">
                  <a:pos x="754" y="6"/>
                </a:cxn>
              </a:cxnLst>
              <a:rect l="0" t="0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90" name="Freeform 14"/>
            <p:cNvSpPr>
              <a:spLocks/>
            </p:cNvSpPr>
            <p:nvPr/>
          </p:nvSpPr>
          <p:spPr bwMode="ltGray">
            <a:xfrm>
              <a:off x="4786" y="3645"/>
              <a:ext cx="972" cy="2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54"/>
                </a:cxn>
                <a:cxn ang="0">
                  <a:pos x="66" y="96"/>
                </a:cxn>
                <a:cxn ang="0">
                  <a:pos x="120" y="137"/>
                </a:cxn>
                <a:cxn ang="0">
                  <a:pos x="198" y="173"/>
                </a:cxn>
                <a:cxn ang="0">
                  <a:pos x="293" y="203"/>
                </a:cxn>
                <a:cxn ang="0">
                  <a:pos x="353" y="215"/>
                </a:cxn>
                <a:cxn ang="0">
                  <a:pos x="413" y="227"/>
                </a:cxn>
                <a:cxn ang="0">
                  <a:pos x="479" y="233"/>
                </a:cxn>
                <a:cxn ang="0">
                  <a:pos x="556" y="239"/>
                </a:cxn>
                <a:cxn ang="0">
                  <a:pos x="634" y="245"/>
                </a:cxn>
                <a:cxn ang="0">
                  <a:pos x="724" y="245"/>
                </a:cxn>
                <a:cxn ang="0">
                  <a:pos x="855" y="245"/>
                </a:cxn>
                <a:cxn ang="0">
                  <a:pos x="969" y="239"/>
                </a:cxn>
                <a:cxn ang="0">
                  <a:pos x="969" y="60"/>
                </a:cxn>
                <a:cxn ang="0">
                  <a:pos x="700" y="60"/>
                </a:cxn>
                <a:cxn ang="0">
                  <a:pos x="503" y="54"/>
                </a:cxn>
                <a:cxn ang="0">
                  <a:pos x="317" y="42"/>
                </a:cxn>
                <a:cxn ang="0">
                  <a:pos x="150" y="24"/>
                </a:cxn>
                <a:cxn ang="0">
                  <a:pos x="72" y="1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91" name="Freeform 15"/>
            <p:cNvSpPr>
              <a:spLocks/>
            </p:cNvSpPr>
            <p:nvPr/>
          </p:nvSpPr>
          <p:spPr bwMode="ltGray">
            <a:xfrm>
              <a:off x="4804" y="3591"/>
              <a:ext cx="954" cy="90"/>
            </a:xfrm>
            <a:custGeom>
              <a:avLst/>
              <a:gdLst/>
              <a:ahLst/>
              <a:cxnLst>
                <a:cxn ang="0">
                  <a:pos x="700" y="0"/>
                </a:cxn>
                <a:cxn ang="0">
                  <a:pos x="598" y="0"/>
                </a:cxn>
                <a:cxn ang="0">
                  <a:pos x="515" y="0"/>
                </a:cxn>
                <a:cxn ang="0">
                  <a:pos x="431" y="0"/>
                </a:cxn>
                <a:cxn ang="0">
                  <a:pos x="365" y="0"/>
                </a:cxn>
                <a:cxn ang="0">
                  <a:pos x="299" y="0"/>
                </a:cxn>
                <a:cxn ang="0">
                  <a:pos x="245" y="0"/>
                </a:cxn>
                <a:cxn ang="0">
                  <a:pos x="198" y="0"/>
                </a:cxn>
                <a:cxn ang="0">
                  <a:pos x="162" y="0"/>
                </a:cxn>
                <a:cxn ang="0">
                  <a:pos x="126" y="6"/>
                </a:cxn>
                <a:cxn ang="0">
                  <a:pos x="96" y="6"/>
                </a:cxn>
                <a:cxn ang="0">
                  <a:pos x="54" y="12"/>
                </a:cxn>
                <a:cxn ang="0">
                  <a:pos x="30" y="12"/>
                </a:cxn>
                <a:cxn ang="0">
                  <a:pos x="12" y="18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6" y="30"/>
                </a:cxn>
                <a:cxn ang="0">
                  <a:pos x="24" y="36"/>
                </a:cxn>
                <a:cxn ang="0">
                  <a:pos x="54" y="42"/>
                </a:cxn>
                <a:cxn ang="0">
                  <a:pos x="102" y="54"/>
                </a:cxn>
                <a:cxn ang="0">
                  <a:pos x="168" y="60"/>
                </a:cxn>
                <a:cxn ang="0">
                  <a:pos x="251" y="66"/>
                </a:cxn>
                <a:cxn ang="0">
                  <a:pos x="341" y="78"/>
                </a:cxn>
                <a:cxn ang="0">
                  <a:pos x="449" y="84"/>
                </a:cxn>
                <a:cxn ang="0">
                  <a:pos x="568" y="84"/>
                </a:cxn>
                <a:cxn ang="0">
                  <a:pos x="694" y="90"/>
                </a:cxn>
                <a:cxn ang="0">
                  <a:pos x="825" y="90"/>
                </a:cxn>
                <a:cxn ang="0">
                  <a:pos x="951" y="90"/>
                </a:cxn>
                <a:cxn ang="0">
                  <a:pos x="951" y="6"/>
                </a:cxn>
                <a:cxn ang="0">
                  <a:pos x="831" y="6"/>
                </a:cxn>
                <a:cxn ang="0">
                  <a:pos x="772" y="6"/>
                </a:cxn>
                <a:cxn ang="0">
                  <a:pos x="700" y="0"/>
                </a:cxn>
                <a:cxn ang="0">
                  <a:pos x="700" y="0"/>
                </a:cxn>
              </a:cxnLst>
              <a:rect l="0" t="0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92" name="Freeform 16"/>
            <p:cNvSpPr>
              <a:spLocks/>
            </p:cNvSpPr>
            <p:nvPr/>
          </p:nvSpPr>
          <p:spPr bwMode="ltGray">
            <a:xfrm>
              <a:off x="3059" y="1541"/>
              <a:ext cx="102" cy="155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12"/>
                </a:cxn>
                <a:cxn ang="0">
                  <a:pos x="30" y="72"/>
                </a:cxn>
                <a:cxn ang="0">
                  <a:pos x="30" y="155"/>
                </a:cxn>
                <a:cxn ang="0">
                  <a:pos x="72" y="155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93" name="Freeform 17"/>
            <p:cNvSpPr>
              <a:spLocks noEditPoints="1"/>
            </p:cNvSpPr>
            <p:nvPr/>
          </p:nvSpPr>
          <p:spPr bwMode="ltGray">
            <a:xfrm>
              <a:off x="3059" y="1690"/>
              <a:ext cx="90" cy="96"/>
            </a:xfrm>
            <a:custGeom>
              <a:avLst/>
              <a:gdLst/>
              <a:ahLst/>
              <a:cxnLst>
                <a:cxn ang="0">
                  <a:pos x="48" y="96"/>
                </a:cxn>
                <a:cxn ang="0">
                  <a:pos x="72" y="72"/>
                </a:cxn>
                <a:cxn ang="0">
                  <a:pos x="84" y="48"/>
                </a:cxn>
                <a:cxn ang="0">
                  <a:pos x="90" y="36"/>
                </a:cxn>
                <a:cxn ang="0">
                  <a:pos x="84" y="24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0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0" y="36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8" y="96"/>
                </a:cxn>
                <a:cxn ang="0">
                  <a:pos x="48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54" y="66"/>
                </a:cxn>
                <a:cxn ang="0">
                  <a:pos x="48" y="78"/>
                </a:cxn>
                <a:cxn ang="0">
                  <a:pos x="30" y="66"/>
                </a:cxn>
                <a:cxn ang="0">
                  <a:pos x="24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94" name="Freeform 18"/>
            <p:cNvSpPr>
              <a:spLocks noEditPoints="1"/>
            </p:cNvSpPr>
            <p:nvPr/>
          </p:nvSpPr>
          <p:spPr bwMode="ltGray">
            <a:xfrm>
              <a:off x="3059" y="1768"/>
              <a:ext cx="90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54" y="108"/>
                </a:cxn>
                <a:cxn ang="0">
                  <a:pos x="78" y="96"/>
                </a:cxn>
                <a:cxn ang="0">
                  <a:pos x="90" y="72"/>
                </a:cxn>
                <a:cxn ang="0">
                  <a:pos x="84" y="42"/>
                </a:cxn>
                <a:cxn ang="0">
                  <a:pos x="66" y="24"/>
                </a:cxn>
                <a:cxn ang="0">
                  <a:pos x="54" y="12"/>
                </a:cxn>
                <a:cxn ang="0">
                  <a:pos x="48" y="6"/>
                </a:cxn>
                <a:cxn ang="0">
                  <a:pos x="48" y="6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30" y="36"/>
                </a:cxn>
                <a:cxn ang="0">
                  <a:pos x="42" y="24"/>
                </a:cxn>
                <a:cxn ang="0">
                  <a:pos x="48" y="18"/>
                </a:cxn>
                <a:cxn ang="0">
                  <a:pos x="66" y="30"/>
                </a:cxn>
                <a:cxn ang="0">
                  <a:pos x="72" y="48"/>
                </a:cxn>
                <a:cxn ang="0">
                  <a:pos x="78" y="72"/>
                </a:cxn>
                <a:cxn ang="0">
                  <a:pos x="78" y="84"/>
                </a:cxn>
                <a:cxn ang="0">
                  <a:pos x="66" y="96"/>
                </a:cxn>
                <a:cxn ang="0">
                  <a:pos x="42" y="102"/>
                </a:cxn>
                <a:cxn ang="0">
                  <a:pos x="30" y="96"/>
                </a:cxn>
                <a:cxn ang="0">
                  <a:pos x="18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95" name="Freeform 19"/>
            <p:cNvSpPr>
              <a:spLocks/>
            </p:cNvSpPr>
            <p:nvPr/>
          </p:nvSpPr>
          <p:spPr bwMode="ltGray">
            <a:xfrm>
              <a:off x="5470" y="1205"/>
              <a:ext cx="102" cy="156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6"/>
                </a:cxn>
                <a:cxn ang="0">
                  <a:pos x="30" y="72"/>
                </a:cxn>
                <a:cxn ang="0">
                  <a:pos x="30" y="156"/>
                </a:cxn>
                <a:cxn ang="0">
                  <a:pos x="72" y="156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96" name="Freeform 20"/>
            <p:cNvSpPr>
              <a:spLocks noEditPoints="1"/>
            </p:cNvSpPr>
            <p:nvPr/>
          </p:nvSpPr>
          <p:spPr bwMode="ltGray">
            <a:xfrm>
              <a:off x="5476" y="1349"/>
              <a:ext cx="84" cy="96"/>
            </a:xfrm>
            <a:custGeom>
              <a:avLst/>
              <a:gdLst/>
              <a:ahLst/>
              <a:cxnLst>
                <a:cxn ang="0">
                  <a:pos x="42" y="96"/>
                </a:cxn>
                <a:cxn ang="0">
                  <a:pos x="66" y="78"/>
                </a:cxn>
                <a:cxn ang="0">
                  <a:pos x="84" y="54"/>
                </a:cxn>
                <a:cxn ang="0">
                  <a:pos x="84" y="30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6"/>
                </a:cxn>
                <a:cxn ang="0">
                  <a:pos x="12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2" y="96"/>
                </a:cxn>
                <a:cxn ang="0">
                  <a:pos x="42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4"/>
                </a:cxn>
                <a:cxn ang="0">
                  <a:pos x="54" y="72"/>
                </a:cxn>
                <a:cxn ang="0">
                  <a:pos x="42" y="84"/>
                </a:cxn>
                <a:cxn ang="0">
                  <a:pos x="42" y="84"/>
                </a:cxn>
                <a:cxn ang="0">
                  <a:pos x="30" y="72"/>
                </a:cxn>
                <a:cxn ang="0">
                  <a:pos x="18" y="54"/>
                </a:cxn>
                <a:cxn ang="0">
                  <a:pos x="18" y="30"/>
                </a:cxn>
                <a:cxn ang="0">
                  <a:pos x="30" y="18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97" name="Freeform 21"/>
            <p:cNvSpPr>
              <a:spLocks noEditPoints="1"/>
            </p:cNvSpPr>
            <p:nvPr/>
          </p:nvSpPr>
          <p:spPr bwMode="ltGray">
            <a:xfrm>
              <a:off x="5470" y="1433"/>
              <a:ext cx="90" cy="108"/>
            </a:xfrm>
            <a:custGeom>
              <a:avLst/>
              <a:gdLst/>
              <a:ahLst/>
              <a:cxnLst>
                <a:cxn ang="0">
                  <a:pos x="6" y="90"/>
                </a:cxn>
                <a:cxn ang="0">
                  <a:pos x="18" y="102"/>
                </a:cxn>
                <a:cxn ang="0">
                  <a:pos x="30" y="108"/>
                </a:cxn>
                <a:cxn ang="0">
                  <a:pos x="60" y="108"/>
                </a:cxn>
                <a:cxn ang="0">
                  <a:pos x="84" y="96"/>
                </a:cxn>
                <a:cxn ang="0">
                  <a:pos x="90" y="84"/>
                </a:cxn>
                <a:cxn ang="0">
                  <a:pos x="90" y="66"/>
                </a:cxn>
                <a:cxn ang="0">
                  <a:pos x="84" y="36"/>
                </a:cxn>
                <a:cxn ang="0">
                  <a:pos x="72" y="18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12" y="48"/>
                </a:cxn>
                <a:cxn ang="0">
                  <a:pos x="0" y="66"/>
                </a:cxn>
                <a:cxn ang="0">
                  <a:pos x="6" y="90"/>
                </a:cxn>
                <a:cxn ang="0">
                  <a:pos x="6" y="90"/>
                </a:cxn>
                <a:cxn ang="0">
                  <a:pos x="18" y="66"/>
                </a:cxn>
                <a:cxn ang="0">
                  <a:pos x="24" y="48"/>
                </a:cxn>
                <a:cxn ang="0">
                  <a:pos x="36" y="30"/>
                </a:cxn>
                <a:cxn ang="0">
                  <a:pos x="42" y="18"/>
                </a:cxn>
                <a:cxn ang="0">
                  <a:pos x="48" y="12"/>
                </a:cxn>
                <a:cxn ang="0">
                  <a:pos x="78" y="42"/>
                </a:cxn>
                <a:cxn ang="0">
                  <a:pos x="84" y="66"/>
                </a:cxn>
                <a:cxn ang="0">
                  <a:pos x="66" y="90"/>
                </a:cxn>
                <a:cxn ang="0">
                  <a:pos x="54" y="96"/>
                </a:cxn>
                <a:cxn ang="0">
                  <a:pos x="42" y="96"/>
                </a:cxn>
                <a:cxn ang="0">
                  <a:pos x="30" y="96"/>
                </a:cxn>
                <a:cxn ang="0">
                  <a:pos x="24" y="84"/>
                </a:cxn>
                <a:cxn ang="0">
                  <a:pos x="18" y="78"/>
                </a:cxn>
                <a:cxn ang="0">
                  <a:pos x="18" y="66"/>
                </a:cxn>
                <a:cxn ang="0">
                  <a:pos x="18" y="66"/>
                </a:cxn>
              </a:cxnLst>
              <a:rect l="0" t="0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98" name="Freeform 22"/>
            <p:cNvSpPr>
              <a:spLocks noEditPoints="1"/>
            </p:cNvSpPr>
            <p:nvPr/>
          </p:nvSpPr>
          <p:spPr bwMode="ltGray">
            <a:xfrm>
              <a:off x="5428" y="3525"/>
              <a:ext cx="66" cy="96"/>
            </a:xfrm>
            <a:custGeom>
              <a:avLst/>
              <a:gdLst/>
              <a:ahLst/>
              <a:cxnLst>
                <a:cxn ang="0">
                  <a:pos x="30" y="96"/>
                </a:cxn>
                <a:cxn ang="0">
                  <a:pos x="54" y="72"/>
                </a:cxn>
                <a:cxn ang="0">
                  <a:pos x="66" y="48"/>
                </a:cxn>
                <a:cxn ang="0">
                  <a:pos x="66" y="24"/>
                </a:cxn>
                <a:cxn ang="0">
                  <a:pos x="54" y="6"/>
                </a:cxn>
                <a:cxn ang="0">
                  <a:pos x="30" y="0"/>
                </a:cxn>
                <a:cxn ang="0">
                  <a:pos x="18" y="0"/>
                </a:cxn>
                <a:cxn ang="0">
                  <a:pos x="6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18" y="84"/>
                </a:cxn>
                <a:cxn ang="0">
                  <a:pos x="30" y="96"/>
                </a:cxn>
                <a:cxn ang="0">
                  <a:pos x="30" y="96"/>
                </a:cxn>
                <a:cxn ang="0">
                  <a:pos x="30" y="12"/>
                </a:cxn>
                <a:cxn ang="0">
                  <a:pos x="48" y="18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48" y="48"/>
                </a:cxn>
                <a:cxn ang="0">
                  <a:pos x="36" y="66"/>
                </a:cxn>
                <a:cxn ang="0">
                  <a:pos x="30" y="78"/>
                </a:cxn>
                <a:cxn ang="0">
                  <a:pos x="18" y="66"/>
                </a:cxn>
                <a:cxn ang="0">
                  <a:pos x="12" y="48"/>
                </a:cxn>
                <a:cxn ang="0">
                  <a:pos x="6" y="30"/>
                </a:cxn>
                <a:cxn ang="0">
                  <a:pos x="18" y="12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399" name="Freeform 23"/>
            <p:cNvSpPr>
              <a:spLocks/>
            </p:cNvSpPr>
            <p:nvPr/>
          </p:nvSpPr>
          <p:spPr bwMode="ltGray">
            <a:xfrm>
              <a:off x="3017" y="1127"/>
              <a:ext cx="2603" cy="444"/>
            </a:xfrm>
            <a:custGeom>
              <a:avLst/>
              <a:gdLst/>
              <a:ahLst/>
              <a:cxnLst>
                <a:cxn ang="0">
                  <a:pos x="2577" y="0"/>
                </a:cxn>
                <a:cxn ang="0">
                  <a:pos x="2594" y="72"/>
                </a:cxn>
                <a:cxn ang="0">
                  <a:pos x="6" y="444"/>
                </a:cxn>
                <a:cxn ang="0">
                  <a:pos x="0" y="396"/>
                </a:cxn>
                <a:cxn ang="0">
                  <a:pos x="1225" y="96"/>
                </a:cxn>
                <a:cxn ang="0">
                  <a:pos x="1351" y="78"/>
                </a:cxn>
                <a:cxn ang="0">
                  <a:pos x="2577" y="0"/>
                </a:cxn>
                <a:cxn ang="0">
                  <a:pos x="2577" y="0"/>
                </a:cxn>
              </a:cxnLst>
              <a:rect l="0" t="0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400" name="Freeform 24"/>
            <p:cNvSpPr>
              <a:spLocks noEditPoints="1"/>
            </p:cNvSpPr>
            <p:nvPr/>
          </p:nvSpPr>
          <p:spPr bwMode="ltGray">
            <a:xfrm>
              <a:off x="2934" y="3773"/>
              <a:ext cx="84" cy="95"/>
            </a:xfrm>
            <a:custGeom>
              <a:avLst/>
              <a:gdLst/>
              <a:ahLst/>
              <a:cxnLst>
                <a:cxn ang="0">
                  <a:pos x="36" y="95"/>
                </a:cxn>
                <a:cxn ang="0">
                  <a:pos x="60" y="77"/>
                </a:cxn>
                <a:cxn ang="0">
                  <a:pos x="78" y="53"/>
                </a:cxn>
                <a:cxn ang="0">
                  <a:pos x="84" y="42"/>
                </a:cxn>
                <a:cxn ang="0">
                  <a:pos x="84" y="30"/>
                </a:cxn>
                <a:cxn ang="0">
                  <a:pos x="72" y="6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12" y="12"/>
                </a:cxn>
                <a:cxn ang="0">
                  <a:pos x="0" y="24"/>
                </a:cxn>
                <a:cxn ang="0">
                  <a:pos x="0" y="36"/>
                </a:cxn>
                <a:cxn ang="0">
                  <a:pos x="6" y="59"/>
                </a:cxn>
                <a:cxn ang="0">
                  <a:pos x="24" y="83"/>
                </a:cxn>
                <a:cxn ang="0">
                  <a:pos x="36" y="95"/>
                </a:cxn>
                <a:cxn ang="0">
                  <a:pos x="36" y="95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3"/>
                </a:cxn>
                <a:cxn ang="0">
                  <a:pos x="48" y="71"/>
                </a:cxn>
                <a:cxn ang="0">
                  <a:pos x="42" y="77"/>
                </a:cxn>
                <a:cxn ang="0">
                  <a:pos x="36" y="77"/>
                </a:cxn>
                <a:cxn ang="0">
                  <a:pos x="24" y="65"/>
                </a:cxn>
                <a:cxn ang="0">
                  <a:pos x="18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401" name="Freeform 25"/>
            <p:cNvSpPr>
              <a:spLocks noEditPoints="1"/>
            </p:cNvSpPr>
            <p:nvPr/>
          </p:nvSpPr>
          <p:spPr bwMode="ltGray">
            <a:xfrm>
              <a:off x="3779" y="3872"/>
              <a:ext cx="90" cy="108"/>
            </a:xfrm>
            <a:custGeom>
              <a:avLst/>
              <a:gdLst/>
              <a:ahLst/>
              <a:cxnLst>
                <a:cxn ang="0">
                  <a:pos x="12" y="96"/>
                </a:cxn>
                <a:cxn ang="0">
                  <a:pos x="24" y="108"/>
                </a:cxn>
                <a:cxn ang="0">
                  <a:pos x="42" y="108"/>
                </a:cxn>
                <a:cxn ang="0">
                  <a:pos x="66" y="102"/>
                </a:cxn>
                <a:cxn ang="0">
                  <a:pos x="84" y="78"/>
                </a:cxn>
                <a:cxn ang="0">
                  <a:pos x="90" y="66"/>
                </a:cxn>
                <a:cxn ang="0">
                  <a:pos x="84" y="48"/>
                </a:cxn>
                <a:cxn ang="0">
                  <a:pos x="66" y="24"/>
                </a:cxn>
                <a:cxn ang="0">
                  <a:pos x="48" y="12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4" y="0"/>
                </a:cxn>
                <a:cxn ang="0">
                  <a:pos x="12" y="30"/>
                </a:cxn>
                <a:cxn ang="0">
                  <a:pos x="0" y="54"/>
                </a:cxn>
                <a:cxn ang="0">
                  <a:pos x="0" y="78"/>
                </a:cxn>
                <a:cxn ang="0">
                  <a:pos x="12" y="96"/>
                </a:cxn>
                <a:cxn ang="0">
                  <a:pos x="12" y="96"/>
                </a:cxn>
                <a:cxn ang="0">
                  <a:pos x="12" y="72"/>
                </a:cxn>
                <a:cxn ang="0">
                  <a:pos x="18" y="54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30" y="12"/>
                </a:cxn>
                <a:cxn ang="0">
                  <a:pos x="48" y="24"/>
                </a:cxn>
                <a:cxn ang="0">
                  <a:pos x="66" y="36"/>
                </a:cxn>
                <a:cxn ang="0">
                  <a:pos x="78" y="54"/>
                </a:cxn>
                <a:cxn ang="0">
                  <a:pos x="78" y="72"/>
                </a:cxn>
                <a:cxn ang="0">
                  <a:pos x="72" y="84"/>
                </a:cxn>
                <a:cxn ang="0">
                  <a:pos x="48" y="96"/>
                </a:cxn>
                <a:cxn ang="0">
                  <a:pos x="36" y="96"/>
                </a:cxn>
                <a:cxn ang="0">
                  <a:pos x="24" y="90"/>
                </a:cxn>
                <a:cxn ang="0">
                  <a:pos x="18" y="84"/>
                </a:cxn>
                <a:cxn ang="0">
                  <a:pos x="12" y="72"/>
                </a:cxn>
                <a:cxn ang="0">
                  <a:pos x="12" y="72"/>
                </a:cxn>
              </a:cxnLst>
              <a:rect l="0" t="0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402" name="Freeform 26"/>
            <p:cNvSpPr>
              <a:spLocks noEditPoints="1"/>
            </p:cNvSpPr>
            <p:nvPr/>
          </p:nvSpPr>
          <p:spPr bwMode="ltGray">
            <a:xfrm>
              <a:off x="2400" y="3872"/>
              <a:ext cx="72" cy="90"/>
            </a:xfrm>
            <a:custGeom>
              <a:avLst/>
              <a:gdLst/>
              <a:ahLst/>
              <a:cxnLst>
                <a:cxn ang="0">
                  <a:pos x="71" y="90"/>
                </a:cxn>
                <a:cxn ang="0">
                  <a:pos x="71" y="60"/>
                </a:cxn>
                <a:cxn ang="0">
                  <a:pos x="71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30" y="78"/>
                </a:cxn>
                <a:cxn ang="0">
                  <a:pos x="54" y="90"/>
                </a:cxn>
                <a:cxn ang="0">
                  <a:pos x="71" y="90"/>
                </a:cxn>
                <a:cxn ang="0">
                  <a:pos x="71" y="90"/>
                </a:cxn>
                <a:cxn ang="0">
                  <a:pos x="24" y="18"/>
                </a:cxn>
                <a:cxn ang="0">
                  <a:pos x="42" y="18"/>
                </a:cxn>
                <a:cxn ang="0">
                  <a:pos x="54" y="18"/>
                </a:cxn>
                <a:cxn ang="0">
                  <a:pos x="60" y="42"/>
                </a:cxn>
                <a:cxn ang="0">
                  <a:pos x="60" y="66"/>
                </a:cxn>
                <a:cxn ang="0">
                  <a:pos x="60" y="72"/>
                </a:cxn>
                <a:cxn ang="0">
                  <a:pos x="60" y="78"/>
                </a:cxn>
                <a:cxn ang="0">
                  <a:pos x="42" y="72"/>
                </a:cxn>
                <a:cxn ang="0">
                  <a:pos x="24" y="66"/>
                </a:cxn>
                <a:cxn ang="0">
                  <a:pos x="12" y="48"/>
                </a:cxn>
                <a:cxn ang="0">
                  <a:pos x="12" y="30"/>
                </a:cxn>
                <a:cxn ang="0">
                  <a:pos x="24" y="18"/>
                </a:cxn>
                <a:cxn ang="0">
                  <a:pos x="24" y="18"/>
                </a:cxn>
              </a:cxnLst>
              <a:rect l="0" t="0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403" name="Oval 27"/>
            <p:cNvSpPr>
              <a:spLocks noChangeArrowheads="1"/>
            </p:cNvSpPr>
            <p:nvPr/>
          </p:nvSpPr>
          <p:spPr bwMode="ltGray">
            <a:xfrm>
              <a:off x="2444" y="3838"/>
              <a:ext cx="1380" cy="389"/>
            </a:xfrm>
            <a:prstGeom prst="ellipse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404" name="Oval 28"/>
            <p:cNvSpPr>
              <a:spLocks noChangeArrowheads="1"/>
            </p:cNvSpPr>
            <p:nvPr/>
          </p:nvSpPr>
          <p:spPr bwMode="ltGray">
            <a:xfrm>
              <a:off x="2394" y="3834"/>
              <a:ext cx="1502" cy="288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405" name="Oval 29"/>
            <p:cNvSpPr>
              <a:spLocks noChangeArrowheads="1"/>
            </p:cNvSpPr>
            <p:nvPr/>
          </p:nvSpPr>
          <p:spPr bwMode="ltGray">
            <a:xfrm>
              <a:off x="2441" y="3860"/>
              <a:ext cx="1425" cy="22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406" name="Freeform 30"/>
            <p:cNvSpPr>
              <a:spLocks noEditPoints="1"/>
            </p:cNvSpPr>
            <p:nvPr/>
          </p:nvSpPr>
          <p:spPr bwMode="ltGray">
            <a:xfrm>
              <a:off x="3743" y="3788"/>
              <a:ext cx="90" cy="96"/>
            </a:xfrm>
            <a:custGeom>
              <a:avLst/>
              <a:gdLst/>
              <a:ahLst/>
              <a:cxnLst>
                <a:cxn ang="0">
                  <a:pos x="66" y="96"/>
                </a:cxn>
                <a:cxn ang="0">
                  <a:pos x="78" y="66"/>
                </a:cxn>
                <a:cxn ang="0">
                  <a:pos x="90" y="42"/>
                </a:cxn>
                <a:cxn ang="0">
                  <a:pos x="78" y="18"/>
                </a:cxn>
                <a:cxn ang="0">
                  <a:pos x="60" y="0"/>
                </a:cxn>
                <a:cxn ang="0">
                  <a:pos x="30" y="6"/>
                </a:cxn>
                <a:cxn ang="0">
                  <a:pos x="18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24" y="78"/>
                </a:cxn>
                <a:cxn ang="0">
                  <a:pos x="48" y="90"/>
                </a:cxn>
                <a:cxn ang="0">
                  <a:pos x="66" y="96"/>
                </a:cxn>
                <a:cxn ang="0">
                  <a:pos x="66" y="96"/>
                </a:cxn>
                <a:cxn ang="0">
                  <a:pos x="42" y="18"/>
                </a:cxn>
                <a:cxn ang="0">
                  <a:pos x="60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66" y="72"/>
                </a:cxn>
                <a:cxn ang="0">
                  <a:pos x="60" y="78"/>
                </a:cxn>
                <a:cxn ang="0">
                  <a:pos x="60" y="84"/>
                </a:cxn>
                <a:cxn ang="0">
                  <a:pos x="42" y="72"/>
                </a:cxn>
                <a:cxn ang="0">
                  <a:pos x="30" y="66"/>
                </a:cxn>
                <a:cxn ang="0">
                  <a:pos x="18" y="42"/>
                </a:cxn>
                <a:cxn ang="0">
                  <a:pos x="24" y="30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407" name="Freeform 31"/>
            <p:cNvSpPr>
              <a:spLocks noEditPoints="1"/>
            </p:cNvSpPr>
            <p:nvPr/>
          </p:nvSpPr>
          <p:spPr bwMode="ltGray">
            <a:xfrm>
              <a:off x="5422" y="3603"/>
              <a:ext cx="72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48" y="108"/>
                </a:cxn>
                <a:cxn ang="0">
                  <a:pos x="66" y="96"/>
                </a:cxn>
                <a:cxn ang="0">
                  <a:pos x="72" y="66"/>
                </a:cxn>
                <a:cxn ang="0">
                  <a:pos x="66" y="42"/>
                </a:cxn>
                <a:cxn ang="0">
                  <a:pos x="60" y="18"/>
                </a:cxn>
                <a:cxn ang="0">
                  <a:pos x="48" y="6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18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24" y="36"/>
                </a:cxn>
                <a:cxn ang="0">
                  <a:pos x="30" y="24"/>
                </a:cxn>
                <a:cxn ang="0">
                  <a:pos x="36" y="18"/>
                </a:cxn>
                <a:cxn ang="0">
                  <a:pos x="54" y="30"/>
                </a:cxn>
                <a:cxn ang="0">
                  <a:pos x="60" y="48"/>
                </a:cxn>
                <a:cxn ang="0">
                  <a:pos x="66" y="72"/>
                </a:cxn>
                <a:cxn ang="0">
                  <a:pos x="66" y="84"/>
                </a:cxn>
                <a:cxn ang="0">
                  <a:pos x="54" y="96"/>
                </a:cxn>
                <a:cxn ang="0">
                  <a:pos x="30" y="102"/>
                </a:cxn>
                <a:cxn ang="0">
                  <a:pos x="24" y="96"/>
                </a:cxn>
                <a:cxn ang="0">
                  <a:pos x="12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408" name="Rectangle 32"/>
            <p:cNvSpPr>
              <a:spLocks noChangeArrowheads="1"/>
            </p:cNvSpPr>
            <p:nvPr/>
          </p:nvSpPr>
          <p:spPr bwMode="ltGray">
            <a:xfrm>
              <a:off x="4238" y="1773"/>
              <a:ext cx="173" cy="2539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409" name="Rectangle 33"/>
            <p:cNvSpPr>
              <a:spLocks noChangeArrowheads="1"/>
            </p:cNvSpPr>
            <p:nvPr/>
          </p:nvSpPr>
          <p:spPr bwMode="ltGray">
            <a:xfrm>
              <a:off x="4288" y="1545"/>
              <a:ext cx="76" cy="24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410" name="AutoShape 34"/>
            <p:cNvSpPr>
              <a:spLocks noChangeArrowheads="1"/>
            </p:cNvSpPr>
            <p:nvPr/>
          </p:nvSpPr>
          <p:spPr bwMode="ltGray">
            <a:xfrm>
              <a:off x="4220" y="1743"/>
              <a:ext cx="205" cy="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9411" name="Freeform 35"/>
            <p:cNvSpPr>
              <a:spLocks/>
            </p:cNvSpPr>
            <p:nvPr/>
          </p:nvSpPr>
          <p:spPr bwMode="ltGray">
            <a:xfrm>
              <a:off x="4306" y="1529"/>
              <a:ext cx="252" cy="1576"/>
            </a:xfrm>
            <a:custGeom>
              <a:avLst/>
              <a:gdLst/>
              <a:ahLst/>
              <a:cxnLst>
                <a:cxn ang="0">
                  <a:pos x="252" y="1576"/>
                </a:cxn>
                <a:cxn ang="0">
                  <a:pos x="12" y="84"/>
                </a:cxn>
                <a:cxn ang="0">
                  <a:pos x="12" y="60"/>
                </a:cxn>
                <a:cxn ang="0">
                  <a:pos x="0" y="12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8" y="48"/>
                </a:cxn>
                <a:cxn ang="0">
                  <a:pos x="88" y="66"/>
                </a:cxn>
              </a:cxnLst>
              <a:rect l="0" t="0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9412" name="Freeform 36"/>
            <p:cNvSpPr>
              <a:spLocks/>
            </p:cNvSpPr>
            <p:nvPr/>
          </p:nvSpPr>
          <p:spPr bwMode="ltGray">
            <a:xfrm>
              <a:off x="4169" y="1421"/>
              <a:ext cx="317" cy="138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227" y="6"/>
                </a:cxn>
                <a:cxn ang="0">
                  <a:pos x="275" y="36"/>
                </a:cxn>
                <a:cxn ang="0">
                  <a:pos x="304" y="78"/>
                </a:cxn>
                <a:cxn ang="0">
                  <a:pos x="316" y="138"/>
                </a:cxn>
                <a:cxn ang="0">
                  <a:pos x="0" y="138"/>
                </a:cxn>
                <a:cxn ang="0">
                  <a:pos x="11" y="78"/>
                </a:cxn>
                <a:cxn ang="0">
                  <a:pos x="47" y="36"/>
                </a:cxn>
                <a:cxn ang="0">
                  <a:pos x="95" y="6"/>
                </a:cxn>
                <a:cxn ang="0">
                  <a:pos x="161" y="0"/>
                </a:cxn>
                <a:cxn ang="0">
                  <a:pos x="161" y="0"/>
                </a:cxn>
              </a:cxnLst>
              <a:rect l="0" t="0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9413" name="Rectangle 37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29414" name="Rectangle 3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29415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9416" name="Rectangle 40"/>
          <p:cNvSpPr>
            <a:spLocks noGrp="1" noChangeArrowheads="1"/>
          </p:cNvSpPr>
          <p:nvPr>
            <p:ph type="ctrTitle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9417" name="Rectangle 4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A3ABE41-CDCD-408C-BCC3-424DC11D1A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C035FC-5491-41EB-95E4-F6C2716553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C209E9-E2A3-4E98-A0DD-737011B48C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B55ABD-20C9-44B1-85C7-3D96050A74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146239-503C-4856-B4D2-F459126BC3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14A8E5-73B7-43EB-BA32-6BA7B7F4F5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B2825-3837-436E-9212-238FA559CE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F6028A-D51E-4059-9711-E683AF0950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ED5367-7E6A-4094-8254-6F6EECBE524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617D25-5C3B-4DEA-9982-FDD2800C77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D4DE53-4D93-4629-86CE-31E9816331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D8DAA44-9BF8-48B7-8EEA-721C6CA04D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7856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78563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7276AF7F-98A1-49B5-840E-06EE2BD970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354" name="Group 2"/>
          <p:cNvGrpSpPr>
            <a:grpSpLocks/>
          </p:cNvGrpSpPr>
          <p:nvPr/>
        </p:nvGrpSpPr>
        <p:grpSpPr bwMode="auto">
          <a:xfrm>
            <a:off x="3800475" y="1789113"/>
            <a:ext cx="5340350" cy="5056187"/>
            <a:chOff x="2394" y="1127"/>
            <a:chExt cx="3364" cy="3185"/>
          </a:xfrm>
        </p:grpSpPr>
        <p:sp>
          <p:nvSpPr>
            <p:cNvPr id="228355" name="Rectangle 3"/>
            <p:cNvSpPr>
              <a:spLocks noChangeArrowheads="1"/>
            </p:cNvSpPr>
            <p:nvPr userDrawn="1"/>
          </p:nvSpPr>
          <p:spPr bwMode="ltGray">
            <a:xfrm>
              <a:off x="4230" y="1365"/>
              <a:ext cx="197" cy="10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56" name="Oval 4"/>
            <p:cNvSpPr>
              <a:spLocks noChangeArrowheads="1"/>
            </p:cNvSpPr>
            <p:nvPr userDrawn="1"/>
          </p:nvSpPr>
          <p:spPr bwMode="ltGray">
            <a:xfrm>
              <a:off x="4299" y="1185"/>
              <a:ext cx="47" cy="47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57" name="Rectangle 5"/>
            <p:cNvSpPr>
              <a:spLocks noChangeArrowheads="1"/>
            </p:cNvSpPr>
            <p:nvPr userDrawn="1"/>
          </p:nvSpPr>
          <p:spPr bwMode="ltGray">
            <a:xfrm rot="995337">
              <a:off x="5205" y="1495"/>
              <a:ext cx="6" cy="20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58" name="Freeform 6"/>
            <p:cNvSpPr>
              <a:spLocks noEditPoints="1"/>
            </p:cNvSpPr>
            <p:nvPr userDrawn="1"/>
          </p:nvSpPr>
          <p:spPr bwMode="ltGray">
            <a:xfrm>
              <a:off x="4871" y="3508"/>
              <a:ext cx="66" cy="96"/>
            </a:xfrm>
            <a:custGeom>
              <a:avLst/>
              <a:gdLst/>
              <a:ahLst/>
              <a:cxnLst>
                <a:cxn ang="0">
                  <a:pos x="18" y="96"/>
                </a:cxn>
                <a:cxn ang="0">
                  <a:pos x="42" y="78"/>
                </a:cxn>
                <a:cxn ang="0">
                  <a:pos x="60" y="60"/>
                </a:cxn>
                <a:cxn ang="0">
                  <a:pos x="66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24" y="6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0" y="60"/>
                </a:cxn>
                <a:cxn ang="0">
                  <a:pos x="12" y="84"/>
                </a:cxn>
                <a:cxn ang="0">
                  <a:pos x="18" y="96"/>
                </a:cxn>
                <a:cxn ang="0">
                  <a:pos x="18" y="96"/>
                </a:cxn>
                <a:cxn ang="0">
                  <a:pos x="42" y="18"/>
                </a:cxn>
                <a:cxn ang="0">
                  <a:pos x="54" y="24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36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12" y="48"/>
                </a:cxn>
                <a:cxn ang="0">
                  <a:pos x="18" y="24"/>
                </a:cxn>
                <a:cxn ang="0">
                  <a:pos x="30" y="18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59" name="Rectangle 7"/>
            <p:cNvSpPr>
              <a:spLocks noChangeArrowheads="1"/>
            </p:cNvSpPr>
            <p:nvPr userDrawn="1"/>
          </p:nvSpPr>
          <p:spPr bwMode="ltGray">
            <a:xfrm rot="91736">
              <a:off x="5487" y="1535"/>
              <a:ext cx="6" cy="199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60" name="Rectangle 8"/>
            <p:cNvSpPr>
              <a:spLocks noChangeArrowheads="1"/>
            </p:cNvSpPr>
            <p:nvPr userDrawn="1"/>
          </p:nvSpPr>
          <p:spPr bwMode="ltGray">
            <a:xfrm rot="-926223">
              <a:off x="5640" y="1521"/>
              <a:ext cx="6" cy="881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61" name="Rectangle 9"/>
            <p:cNvSpPr>
              <a:spLocks noChangeArrowheads="1"/>
            </p:cNvSpPr>
            <p:nvPr userDrawn="1"/>
          </p:nvSpPr>
          <p:spPr bwMode="ltGray">
            <a:xfrm rot="-1140313">
              <a:off x="3444" y="1816"/>
              <a:ext cx="6" cy="203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62" name="Rectangle 10"/>
            <p:cNvSpPr>
              <a:spLocks noChangeArrowheads="1"/>
            </p:cNvSpPr>
            <p:nvPr userDrawn="1"/>
          </p:nvSpPr>
          <p:spPr bwMode="ltGray">
            <a:xfrm rot="1114412">
              <a:off x="2757" y="1821"/>
              <a:ext cx="6" cy="211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63" name="Rectangle 11"/>
            <p:cNvSpPr>
              <a:spLocks noChangeArrowheads="1"/>
            </p:cNvSpPr>
            <p:nvPr userDrawn="1"/>
          </p:nvSpPr>
          <p:spPr bwMode="ltGray">
            <a:xfrm rot="254676">
              <a:off x="3035" y="1870"/>
              <a:ext cx="6" cy="190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64" name="Freeform 12"/>
            <p:cNvSpPr>
              <a:spLocks/>
            </p:cNvSpPr>
            <p:nvPr userDrawn="1"/>
          </p:nvSpPr>
          <p:spPr bwMode="ltGray">
            <a:xfrm>
              <a:off x="4007" y="3021"/>
              <a:ext cx="623" cy="156"/>
            </a:xfrm>
            <a:custGeom>
              <a:avLst/>
              <a:gdLst/>
              <a:ahLst/>
              <a:cxnLst>
                <a:cxn ang="0">
                  <a:pos x="6" y="18"/>
                </a:cxn>
                <a:cxn ang="0">
                  <a:pos x="162" y="36"/>
                </a:cxn>
                <a:cxn ang="0">
                  <a:pos x="251" y="36"/>
                </a:cxn>
                <a:cxn ang="0">
                  <a:pos x="354" y="30"/>
                </a:cxn>
                <a:cxn ang="0">
                  <a:pos x="473" y="18"/>
                </a:cxn>
                <a:cxn ang="0">
                  <a:pos x="611" y="0"/>
                </a:cxn>
                <a:cxn ang="0">
                  <a:pos x="623" y="114"/>
                </a:cxn>
                <a:cxn ang="0">
                  <a:pos x="497" y="138"/>
                </a:cxn>
                <a:cxn ang="0">
                  <a:pos x="414" y="150"/>
                </a:cxn>
                <a:cxn ang="0">
                  <a:pos x="318" y="156"/>
                </a:cxn>
                <a:cxn ang="0">
                  <a:pos x="215" y="156"/>
                </a:cxn>
                <a:cxn ang="0">
                  <a:pos x="108" y="150"/>
                </a:cxn>
                <a:cxn ang="0">
                  <a:pos x="0" y="132"/>
                </a:cxn>
                <a:cxn ang="0">
                  <a:pos x="6" y="18"/>
                </a:cxn>
                <a:cxn ang="0">
                  <a:pos x="6" y="18"/>
                </a:cxn>
              </a:cxnLst>
              <a:rect l="0" t="0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65" name="Freeform 13"/>
            <p:cNvSpPr>
              <a:spLocks/>
            </p:cNvSpPr>
            <p:nvPr userDrawn="1"/>
          </p:nvSpPr>
          <p:spPr bwMode="ltGray">
            <a:xfrm>
              <a:off x="4762" y="3591"/>
              <a:ext cx="996" cy="126"/>
            </a:xfrm>
            <a:custGeom>
              <a:avLst/>
              <a:gdLst/>
              <a:ahLst/>
              <a:cxnLst>
                <a:cxn ang="0">
                  <a:pos x="754" y="6"/>
                </a:cxn>
                <a:cxn ang="0">
                  <a:pos x="652" y="6"/>
                </a:cxn>
                <a:cxn ang="0">
                  <a:pos x="563" y="6"/>
                </a:cxn>
                <a:cxn ang="0">
                  <a:pos x="479" y="6"/>
                </a:cxn>
                <a:cxn ang="0">
                  <a:pos x="401" y="6"/>
                </a:cxn>
                <a:cxn ang="0">
                  <a:pos x="335" y="0"/>
                </a:cxn>
                <a:cxn ang="0">
                  <a:pos x="276" y="0"/>
                </a:cxn>
                <a:cxn ang="0">
                  <a:pos x="222" y="0"/>
                </a:cxn>
                <a:cxn ang="0">
                  <a:pos x="180" y="6"/>
                </a:cxn>
                <a:cxn ang="0">
                  <a:pos x="138" y="6"/>
                </a:cxn>
                <a:cxn ang="0">
                  <a:pos x="108" y="6"/>
                </a:cxn>
                <a:cxn ang="0">
                  <a:pos x="54" y="6"/>
                </a:cxn>
                <a:cxn ang="0">
                  <a:pos x="24" y="12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12" y="42"/>
                </a:cxn>
                <a:cxn ang="0">
                  <a:pos x="18" y="48"/>
                </a:cxn>
                <a:cxn ang="0">
                  <a:pos x="30" y="54"/>
                </a:cxn>
                <a:cxn ang="0">
                  <a:pos x="60" y="60"/>
                </a:cxn>
                <a:cxn ang="0">
                  <a:pos x="90" y="72"/>
                </a:cxn>
                <a:cxn ang="0">
                  <a:pos x="144" y="84"/>
                </a:cxn>
                <a:cxn ang="0">
                  <a:pos x="210" y="90"/>
                </a:cxn>
                <a:cxn ang="0">
                  <a:pos x="293" y="102"/>
                </a:cxn>
                <a:cxn ang="0">
                  <a:pos x="389" y="108"/>
                </a:cxn>
                <a:cxn ang="0">
                  <a:pos x="503" y="120"/>
                </a:cxn>
                <a:cxn ang="0">
                  <a:pos x="622" y="120"/>
                </a:cxn>
                <a:cxn ang="0">
                  <a:pos x="754" y="126"/>
                </a:cxn>
                <a:cxn ang="0">
                  <a:pos x="873" y="126"/>
                </a:cxn>
                <a:cxn ang="0">
                  <a:pos x="993" y="126"/>
                </a:cxn>
                <a:cxn ang="0">
                  <a:pos x="993" y="12"/>
                </a:cxn>
                <a:cxn ang="0">
                  <a:pos x="879" y="12"/>
                </a:cxn>
                <a:cxn ang="0">
                  <a:pos x="754" y="6"/>
                </a:cxn>
                <a:cxn ang="0">
                  <a:pos x="754" y="6"/>
                </a:cxn>
              </a:cxnLst>
              <a:rect l="0" t="0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66" name="Freeform 14"/>
            <p:cNvSpPr>
              <a:spLocks/>
            </p:cNvSpPr>
            <p:nvPr userDrawn="1"/>
          </p:nvSpPr>
          <p:spPr bwMode="ltGray">
            <a:xfrm>
              <a:off x="4786" y="3645"/>
              <a:ext cx="972" cy="2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54"/>
                </a:cxn>
                <a:cxn ang="0">
                  <a:pos x="66" y="96"/>
                </a:cxn>
                <a:cxn ang="0">
                  <a:pos x="120" y="137"/>
                </a:cxn>
                <a:cxn ang="0">
                  <a:pos x="198" y="173"/>
                </a:cxn>
                <a:cxn ang="0">
                  <a:pos x="293" y="203"/>
                </a:cxn>
                <a:cxn ang="0">
                  <a:pos x="353" y="215"/>
                </a:cxn>
                <a:cxn ang="0">
                  <a:pos x="413" y="227"/>
                </a:cxn>
                <a:cxn ang="0">
                  <a:pos x="479" y="233"/>
                </a:cxn>
                <a:cxn ang="0">
                  <a:pos x="556" y="239"/>
                </a:cxn>
                <a:cxn ang="0">
                  <a:pos x="634" y="245"/>
                </a:cxn>
                <a:cxn ang="0">
                  <a:pos x="724" y="245"/>
                </a:cxn>
                <a:cxn ang="0">
                  <a:pos x="855" y="245"/>
                </a:cxn>
                <a:cxn ang="0">
                  <a:pos x="969" y="239"/>
                </a:cxn>
                <a:cxn ang="0">
                  <a:pos x="969" y="60"/>
                </a:cxn>
                <a:cxn ang="0">
                  <a:pos x="700" y="60"/>
                </a:cxn>
                <a:cxn ang="0">
                  <a:pos x="503" y="54"/>
                </a:cxn>
                <a:cxn ang="0">
                  <a:pos x="317" y="42"/>
                </a:cxn>
                <a:cxn ang="0">
                  <a:pos x="150" y="24"/>
                </a:cxn>
                <a:cxn ang="0">
                  <a:pos x="72" y="1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67" name="Freeform 15"/>
            <p:cNvSpPr>
              <a:spLocks/>
            </p:cNvSpPr>
            <p:nvPr userDrawn="1"/>
          </p:nvSpPr>
          <p:spPr bwMode="ltGray">
            <a:xfrm>
              <a:off x="4804" y="3591"/>
              <a:ext cx="954" cy="90"/>
            </a:xfrm>
            <a:custGeom>
              <a:avLst/>
              <a:gdLst/>
              <a:ahLst/>
              <a:cxnLst>
                <a:cxn ang="0">
                  <a:pos x="700" y="0"/>
                </a:cxn>
                <a:cxn ang="0">
                  <a:pos x="598" y="0"/>
                </a:cxn>
                <a:cxn ang="0">
                  <a:pos x="515" y="0"/>
                </a:cxn>
                <a:cxn ang="0">
                  <a:pos x="431" y="0"/>
                </a:cxn>
                <a:cxn ang="0">
                  <a:pos x="365" y="0"/>
                </a:cxn>
                <a:cxn ang="0">
                  <a:pos x="299" y="0"/>
                </a:cxn>
                <a:cxn ang="0">
                  <a:pos x="245" y="0"/>
                </a:cxn>
                <a:cxn ang="0">
                  <a:pos x="198" y="0"/>
                </a:cxn>
                <a:cxn ang="0">
                  <a:pos x="162" y="0"/>
                </a:cxn>
                <a:cxn ang="0">
                  <a:pos x="126" y="6"/>
                </a:cxn>
                <a:cxn ang="0">
                  <a:pos x="96" y="6"/>
                </a:cxn>
                <a:cxn ang="0">
                  <a:pos x="54" y="12"/>
                </a:cxn>
                <a:cxn ang="0">
                  <a:pos x="30" y="12"/>
                </a:cxn>
                <a:cxn ang="0">
                  <a:pos x="12" y="18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6" y="30"/>
                </a:cxn>
                <a:cxn ang="0">
                  <a:pos x="24" y="36"/>
                </a:cxn>
                <a:cxn ang="0">
                  <a:pos x="54" y="42"/>
                </a:cxn>
                <a:cxn ang="0">
                  <a:pos x="102" y="54"/>
                </a:cxn>
                <a:cxn ang="0">
                  <a:pos x="168" y="60"/>
                </a:cxn>
                <a:cxn ang="0">
                  <a:pos x="251" y="66"/>
                </a:cxn>
                <a:cxn ang="0">
                  <a:pos x="341" y="78"/>
                </a:cxn>
                <a:cxn ang="0">
                  <a:pos x="449" y="84"/>
                </a:cxn>
                <a:cxn ang="0">
                  <a:pos x="568" y="84"/>
                </a:cxn>
                <a:cxn ang="0">
                  <a:pos x="694" y="90"/>
                </a:cxn>
                <a:cxn ang="0">
                  <a:pos x="825" y="90"/>
                </a:cxn>
                <a:cxn ang="0">
                  <a:pos x="951" y="90"/>
                </a:cxn>
                <a:cxn ang="0">
                  <a:pos x="951" y="6"/>
                </a:cxn>
                <a:cxn ang="0">
                  <a:pos x="831" y="6"/>
                </a:cxn>
                <a:cxn ang="0">
                  <a:pos x="772" y="6"/>
                </a:cxn>
                <a:cxn ang="0">
                  <a:pos x="700" y="0"/>
                </a:cxn>
                <a:cxn ang="0">
                  <a:pos x="700" y="0"/>
                </a:cxn>
              </a:cxnLst>
              <a:rect l="0" t="0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68" name="Freeform 16"/>
            <p:cNvSpPr>
              <a:spLocks/>
            </p:cNvSpPr>
            <p:nvPr userDrawn="1"/>
          </p:nvSpPr>
          <p:spPr bwMode="ltGray">
            <a:xfrm>
              <a:off x="3059" y="1541"/>
              <a:ext cx="102" cy="155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12"/>
                </a:cxn>
                <a:cxn ang="0">
                  <a:pos x="30" y="72"/>
                </a:cxn>
                <a:cxn ang="0">
                  <a:pos x="30" y="155"/>
                </a:cxn>
                <a:cxn ang="0">
                  <a:pos x="72" y="155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69" name="Freeform 17"/>
            <p:cNvSpPr>
              <a:spLocks noEditPoints="1"/>
            </p:cNvSpPr>
            <p:nvPr userDrawn="1"/>
          </p:nvSpPr>
          <p:spPr bwMode="ltGray">
            <a:xfrm>
              <a:off x="3059" y="1690"/>
              <a:ext cx="90" cy="96"/>
            </a:xfrm>
            <a:custGeom>
              <a:avLst/>
              <a:gdLst/>
              <a:ahLst/>
              <a:cxnLst>
                <a:cxn ang="0">
                  <a:pos x="48" y="96"/>
                </a:cxn>
                <a:cxn ang="0">
                  <a:pos x="72" y="72"/>
                </a:cxn>
                <a:cxn ang="0">
                  <a:pos x="84" y="48"/>
                </a:cxn>
                <a:cxn ang="0">
                  <a:pos x="90" y="36"/>
                </a:cxn>
                <a:cxn ang="0">
                  <a:pos x="84" y="24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0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0" y="36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8" y="96"/>
                </a:cxn>
                <a:cxn ang="0">
                  <a:pos x="48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54" y="66"/>
                </a:cxn>
                <a:cxn ang="0">
                  <a:pos x="48" y="78"/>
                </a:cxn>
                <a:cxn ang="0">
                  <a:pos x="30" y="66"/>
                </a:cxn>
                <a:cxn ang="0">
                  <a:pos x="24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70" name="Freeform 18"/>
            <p:cNvSpPr>
              <a:spLocks noEditPoints="1"/>
            </p:cNvSpPr>
            <p:nvPr userDrawn="1"/>
          </p:nvSpPr>
          <p:spPr bwMode="ltGray">
            <a:xfrm>
              <a:off x="3059" y="1768"/>
              <a:ext cx="90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54" y="108"/>
                </a:cxn>
                <a:cxn ang="0">
                  <a:pos x="78" y="96"/>
                </a:cxn>
                <a:cxn ang="0">
                  <a:pos x="90" y="72"/>
                </a:cxn>
                <a:cxn ang="0">
                  <a:pos x="84" y="42"/>
                </a:cxn>
                <a:cxn ang="0">
                  <a:pos x="66" y="24"/>
                </a:cxn>
                <a:cxn ang="0">
                  <a:pos x="54" y="12"/>
                </a:cxn>
                <a:cxn ang="0">
                  <a:pos x="48" y="6"/>
                </a:cxn>
                <a:cxn ang="0">
                  <a:pos x="48" y="6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30" y="36"/>
                </a:cxn>
                <a:cxn ang="0">
                  <a:pos x="42" y="24"/>
                </a:cxn>
                <a:cxn ang="0">
                  <a:pos x="48" y="18"/>
                </a:cxn>
                <a:cxn ang="0">
                  <a:pos x="66" y="30"/>
                </a:cxn>
                <a:cxn ang="0">
                  <a:pos x="72" y="48"/>
                </a:cxn>
                <a:cxn ang="0">
                  <a:pos x="78" y="72"/>
                </a:cxn>
                <a:cxn ang="0">
                  <a:pos x="78" y="84"/>
                </a:cxn>
                <a:cxn ang="0">
                  <a:pos x="66" y="96"/>
                </a:cxn>
                <a:cxn ang="0">
                  <a:pos x="42" y="102"/>
                </a:cxn>
                <a:cxn ang="0">
                  <a:pos x="30" y="96"/>
                </a:cxn>
                <a:cxn ang="0">
                  <a:pos x="18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71" name="Freeform 19"/>
            <p:cNvSpPr>
              <a:spLocks/>
            </p:cNvSpPr>
            <p:nvPr userDrawn="1"/>
          </p:nvSpPr>
          <p:spPr bwMode="ltGray">
            <a:xfrm>
              <a:off x="5470" y="1205"/>
              <a:ext cx="102" cy="156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6"/>
                </a:cxn>
                <a:cxn ang="0">
                  <a:pos x="30" y="72"/>
                </a:cxn>
                <a:cxn ang="0">
                  <a:pos x="30" y="156"/>
                </a:cxn>
                <a:cxn ang="0">
                  <a:pos x="72" y="156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72" name="Freeform 20"/>
            <p:cNvSpPr>
              <a:spLocks noEditPoints="1"/>
            </p:cNvSpPr>
            <p:nvPr userDrawn="1"/>
          </p:nvSpPr>
          <p:spPr bwMode="ltGray">
            <a:xfrm>
              <a:off x="5476" y="1349"/>
              <a:ext cx="84" cy="96"/>
            </a:xfrm>
            <a:custGeom>
              <a:avLst/>
              <a:gdLst/>
              <a:ahLst/>
              <a:cxnLst>
                <a:cxn ang="0">
                  <a:pos x="42" y="96"/>
                </a:cxn>
                <a:cxn ang="0">
                  <a:pos x="66" y="78"/>
                </a:cxn>
                <a:cxn ang="0">
                  <a:pos x="84" y="54"/>
                </a:cxn>
                <a:cxn ang="0">
                  <a:pos x="84" y="30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6"/>
                </a:cxn>
                <a:cxn ang="0">
                  <a:pos x="12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2" y="96"/>
                </a:cxn>
                <a:cxn ang="0">
                  <a:pos x="42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4"/>
                </a:cxn>
                <a:cxn ang="0">
                  <a:pos x="54" y="72"/>
                </a:cxn>
                <a:cxn ang="0">
                  <a:pos x="42" y="84"/>
                </a:cxn>
                <a:cxn ang="0">
                  <a:pos x="42" y="84"/>
                </a:cxn>
                <a:cxn ang="0">
                  <a:pos x="30" y="72"/>
                </a:cxn>
                <a:cxn ang="0">
                  <a:pos x="18" y="54"/>
                </a:cxn>
                <a:cxn ang="0">
                  <a:pos x="18" y="30"/>
                </a:cxn>
                <a:cxn ang="0">
                  <a:pos x="30" y="18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73" name="Freeform 21"/>
            <p:cNvSpPr>
              <a:spLocks noEditPoints="1"/>
            </p:cNvSpPr>
            <p:nvPr userDrawn="1"/>
          </p:nvSpPr>
          <p:spPr bwMode="ltGray">
            <a:xfrm>
              <a:off x="5470" y="1433"/>
              <a:ext cx="90" cy="108"/>
            </a:xfrm>
            <a:custGeom>
              <a:avLst/>
              <a:gdLst/>
              <a:ahLst/>
              <a:cxnLst>
                <a:cxn ang="0">
                  <a:pos x="6" y="90"/>
                </a:cxn>
                <a:cxn ang="0">
                  <a:pos x="18" y="102"/>
                </a:cxn>
                <a:cxn ang="0">
                  <a:pos x="30" y="108"/>
                </a:cxn>
                <a:cxn ang="0">
                  <a:pos x="60" y="108"/>
                </a:cxn>
                <a:cxn ang="0">
                  <a:pos x="84" y="96"/>
                </a:cxn>
                <a:cxn ang="0">
                  <a:pos x="90" y="84"/>
                </a:cxn>
                <a:cxn ang="0">
                  <a:pos x="90" y="66"/>
                </a:cxn>
                <a:cxn ang="0">
                  <a:pos x="84" y="36"/>
                </a:cxn>
                <a:cxn ang="0">
                  <a:pos x="72" y="18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12" y="48"/>
                </a:cxn>
                <a:cxn ang="0">
                  <a:pos x="0" y="66"/>
                </a:cxn>
                <a:cxn ang="0">
                  <a:pos x="6" y="90"/>
                </a:cxn>
                <a:cxn ang="0">
                  <a:pos x="6" y="90"/>
                </a:cxn>
                <a:cxn ang="0">
                  <a:pos x="18" y="66"/>
                </a:cxn>
                <a:cxn ang="0">
                  <a:pos x="24" y="48"/>
                </a:cxn>
                <a:cxn ang="0">
                  <a:pos x="36" y="30"/>
                </a:cxn>
                <a:cxn ang="0">
                  <a:pos x="42" y="18"/>
                </a:cxn>
                <a:cxn ang="0">
                  <a:pos x="48" y="12"/>
                </a:cxn>
                <a:cxn ang="0">
                  <a:pos x="78" y="42"/>
                </a:cxn>
                <a:cxn ang="0">
                  <a:pos x="84" y="66"/>
                </a:cxn>
                <a:cxn ang="0">
                  <a:pos x="66" y="90"/>
                </a:cxn>
                <a:cxn ang="0">
                  <a:pos x="54" y="96"/>
                </a:cxn>
                <a:cxn ang="0">
                  <a:pos x="42" y="96"/>
                </a:cxn>
                <a:cxn ang="0">
                  <a:pos x="30" y="96"/>
                </a:cxn>
                <a:cxn ang="0">
                  <a:pos x="24" y="84"/>
                </a:cxn>
                <a:cxn ang="0">
                  <a:pos x="18" y="78"/>
                </a:cxn>
                <a:cxn ang="0">
                  <a:pos x="18" y="66"/>
                </a:cxn>
                <a:cxn ang="0">
                  <a:pos x="18" y="66"/>
                </a:cxn>
              </a:cxnLst>
              <a:rect l="0" t="0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74" name="Freeform 22"/>
            <p:cNvSpPr>
              <a:spLocks noEditPoints="1"/>
            </p:cNvSpPr>
            <p:nvPr userDrawn="1"/>
          </p:nvSpPr>
          <p:spPr bwMode="ltGray">
            <a:xfrm>
              <a:off x="5428" y="3525"/>
              <a:ext cx="66" cy="96"/>
            </a:xfrm>
            <a:custGeom>
              <a:avLst/>
              <a:gdLst/>
              <a:ahLst/>
              <a:cxnLst>
                <a:cxn ang="0">
                  <a:pos x="30" y="96"/>
                </a:cxn>
                <a:cxn ang="0">
                  <a:pos x="54" y="72"/>
                </a:cxn>
                <a:cxn ang="0">
                  <a:pos x="66" y="48"/>
                </a:cxn>
                <a:cxn ang="0">
                  <a:pos x="66" y="24"/>
                </a:cxn>
                <a:cxn ang="0">
                  <a:pos x="54" y="6"/>
                </a:cxn>
                <a:cxn ang="0">
                  <a:pos x="30" y="0"/>
                </a:cxn>
                <a:cxn ang="0">
                  <a:pos x="18" y="0"/>
                </a:cxn>
                <a:cxn ang="0">
                  <a:pos x="6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18" y="84"/>
                </a:cxn>
                <a:cxn ang="0">
                  <a:pos x="30" y="96"/>
                </a:cxn>
                <a:cxn ang="0">
                  <a:pos x="30" y="96"/>
                </a:cxn>
                <a:cxn ang="0">
                  <a:pos x="30" y="12"/>
                </a:cxn>
                <a:cxn ang="0">
                  <a:pos x="48" y="18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48" y="48"/>
                </a:cxn>
                <a:cxn ang="0">
                  <a:pos x="36" y="66"/>
                </a:cxn>
                <a:cxn ang="0">
                  <a:pos x="30" y="78"/>
                </a:cxn>
                <a:cxn ang="0">
                  <a:pos x="18" y="66"/>
                </a:cxn>
                <a:cxn ang="0">
                  <a:pos x="12" y="48"/>
                </a:cxn>
                <a:cxn ang="0">
                  <a:pos x="6" y="30"/>
                </a:cxn>
                <a:cxn ang="0">
                  <a:pos x="18" y="12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75" name="Freeform 23"/>
            <p:cNvSpPr>
              <a:spLocks/>
            </p:cNvSpPr>
            <p:nvPr userDrawn="1"/>
          </p:nvSpPr>
          <p:spPr bwMode="ltGray">
            <a:xfrm>
              <a:off x="3017" y="1127"/>
              <a:ext cx="2603" cy="444"/>
            </a:xfrm>
            <a:custGeom>
              <a:avLst/>
              <a:gdLst/>
              <a:ahLst/>
              <a:cxnLst>
                <a:cxn ang="0">
                  <a:pos x="2577" y="0"/>
                </a:cxn>
                <a:cxn ang="0">
                  <a:pos x="2594" y="72"/>
                </a:cxn>
                <a:cxn ang="0">
                  <a:pos x="6" y="444"/>
                </a:cxn>
                <a:cxn ang="0">
                  <a:pos x="0" y="396"/>
                </a:cxn>
                <a:cxn ang="0">
                  <a:pos x="1225" y="96"/>
                </a:cxn>
                <a:cxn ang="0">
                  <a:pos x="1351" y="78"/>
                </a:cxn>
                <a:cxn ang="0">
                  <a:pos x="2577" y="0"/>
                </a:cxn>
                <a:cxn ang="0">
                  <a:pos x="2577" y="0"/>
                </a:cxn>
              </a:cxnLst>
              <a:rect l="0" t="0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76" name="Freeform 24"/>
            <p:cNvSpPr>
              <a:spLocks noEditPoints="1"/>
            </p:cNvSpPr>
            <p:nvPr userDrawn="1"/>
          </p:nvSpPr>
          <p:spPr bwMode="ltGray">
            <a:xfrm>
              <a:off x="2934" y="3773"/>
              <a:ext cx="84" cy="95"/>
            </a:xfrm>
            <a:custGeom>
              <a:avLst/>
              <a:gdLst/>
              <a:ahLst/>
              <a:cxnLst>
                <a:cxn ang="0">
                  <a:pos x="36" y="95"/>
                </a:cxn>
                <a:cxn ang="0">
                  <a:pos x="60" y="77"/>
                </a:cxn>
                <a:cxn ang="0">
                  <a:pos x="78" y="53"/>
                </a:cxn>
                <a:cxn ang="0">
                  <a:pos x="84" y="42"/>
                </a:cxn>
                <a:cxn ang="0">
                  <a:pos x="84" y="30"/>
                </a:cxn>
                <a:cxn ang="0">
                  <a:pos x="72" y="6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12" y="12"/>
                </a:cxn>
                <a:cxn ang="0">
                  <a:pos x="0" y="24"/>
                </a:cxn>
                <a:cxn ang="0">
                  <a:pos x="0" y="36"/>
                </a:cxn>
                <a:cxn ang="0">
                  <a:pos x="6" y="59"/>
                </a:cxn>
                <a:cxn ang="0">
                  <a:pos x="24" y="83"/>
                </a:cxn>
                <a:cxn ang="0">
                  <a:pos x="36" y="95"/>
                </a:cxn>
                <a:cxn ang="0">
                  <a:pos x="36" y="95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3"/>
                </a:cxn>
                <a:cxn ang="0">
                  <a:pos x="48" y="71"/>
                </a:cxn>
                <a:cxn ang="0">
                  <a:pos x="42" y="77"/>
                </a:cxn>
                <a:cxn ang="0">
                  <a:pos x="36" y="77"/>
                </a:cxn>
                <a:cxn ang="0">
                  <a:pos x="24" y="65"/>
                </a:cxn>
                <a:cxn ang="0">
                  <a:pos x="18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77" name="Freeform 25"/>
            <p:cNvSpPr>
              <a:spLocks noEditPoints="1"/>
            </p:cNvSpPr>
            <p:nvPr userDrawn="1"/>
          </p:nvSpPr>
          <p:spPr bwMode="ltGray">
            <a:xfrm>
              <a:off x="3779" y="3872"/>
              <a:ext cx="90" cy="108"/>
            </a:xfrm>
            <a:custGeom>
              <a:avLst/>
              <a:gdLst/>
              <a:ahLst/>
              <a:cxnLst>
                <a:cxn ang="0">
                  <a:pos x="12" y="96"/>
                </a:cxn>
                <a:cxn ang="0">
                  <a:pos x="24" y="108"/>
                </a:cxn>
                <a:cxn ang="0">
                  <a:pos x="42" y="108"/>
                </a:cxn>
                <a:cxn ang="0">
                  <a:pos x="66" y="102"/>
                </a:cxn>
                <a:cxn ang="0">
                  <a:pos x="84" y="78"/>
                </a:cxn>
                <a:cxn ang="0">
                  <a:pos x="90" y="66"/>
                </a:cxn>
                <a:cxn ang="0">
                  <a:pos x="84" y="48"/>
                </a:cxn>
                <a:cxn ang="0">
                  <a:pos x="66" y="24"/>
                </a:cxn>
                <a:cxn ang="0">
                  <a:pos x="48" y="12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4" y="0"/>
                </a:cxn>
                <a:cxn ang="0">
                  <a:pos x="12" y="30"/>
                </a:cxn>
                <a:cxn ang="0">
                  <a:pos x="0" y="54"/>
                </a:cxn>
                <a:cxn ang="0">
                  <a:pos x="0" y="78"/>
                </a:cxn>
                <a:cxn ang="0">
                  <a:pos x="12" y="96"/>
                </a:cxn>
                <a:cxn ang="0">
                  <a:pos x="12" y="96"/>
                </a:cxn>
                <a:cxn ang="0">
                  <a:pos x="12" y="72"/>
                </a:cxn>
                <a:cxn ang="0">
                  <a:pos x="18" y="54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30" y="12"/>
                </a:cxn>
                <a:cxn ang="0">
                  <a:pos x="48" y="24"/>
                </a:cxn>
                <a:cxn ang="0">
                  <a:pos x="66" y="36"/>
                </a:cxn>
                <a:cxn ang="0">
                  <a:pos x="78" y="54"/>
                </a:cxn>
                <a:cxn ang="0">
                  <a:pos x="78" y="72"/>
                </a:cxn>
                <a:cxn ang="0">
                  <a:pos x="72" y="84"/>
                </a:cxn>
                <a:cxn ang="0">
                  <a:pos x="48" y="96"/>
                </a:cxn>
                <a:cxn ang="0">
                  <a:pos x="36" y="96"/>
                </a:cxn>
                <a:cxn ang="0">
                  <a:pos x="24" y="90"/>
                </a:cxn>
                <a:cxn ang="0">
                  <a:pos x="18" y="84"/>
                </a:cxn>
                <a:cxn ang="0">
                  <a:pos x="12" y="72"/>
                </a:cxn>
                <a:cxn ang="0">
                  <a:pos x="12" y="72"/>
                </a:cxn>
              </a:cxnLst>
              <a:rect l="0" t="0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78" name="Freeform 26"/>
            <p:cNvSpPr>
              <a:spLocks noEditPoints="1"/>
            </p:cNvSpPr>
            <p:nvPr userDrawn="1"/>
          </p:nvSpPr>
          <p:spPr bwMode="ltGray">
            <a:xfrm>
              <a:off x="2400" y="3872"/>
              <a:ext cx="72" cy="90"/>
            </a:xfrm>
            <a:custGeom>
              <a:avLst/>
              <a:gdLst/>
              <a:ahLst/>
              <a:cxnLst>
                <a:cxn ang="0">
                  <a:pos x="71" y="90"/>
                </a:cxn>
                <a:cxn ang="0">
                  <a:pos x="71" y="60"/>
                </a:cxn>
                <a:cxn ang="0">
                  <a:pos x="71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30" y="78"/>
                </a:cxn>
                <a:cxn ang="0">
                  <a:pos x="54" y="90"/>
                </a:cxn>
                <a:cxn ang="0">
                  <a:pos x="71" y="90"/>
                </a:cxn>
                <a:cxn ang="0">
                  <a:pos x="71" y="90"/>
                </a:cxn>
                <a:cxn ang="0">
                  <a:pos x="24" y="18"/>
                </a:cxn>
                <a:cxn ang="0">
                  <a:pos x="42" y="18"/>
                </a:cxn>
                <a:cxn ang="0">
                  <a:pos x="54" y="18"/>
                </a:cxn>
                <a:cxn ang="0">
                  <a:pos x="60" y="42"/>
                </a:cxn>
                <a:cxn ang="0">
                  <a:pos x="60" y="66"/>
                </a:cxn>
                <a:cxn ang="0">
                  <a:pos x="60" y="72"/>
                </a:cxn>
                <a:cxn ang="0">
                  <a:pos x="60" y="78"/>
                </a:cxn>
                <a:cxn ang="0">
                  <a:pos x="42" y="72"/>
                </a:cxn>
                <a:cxn ang="0">
                  <a:pos x="24" y="66"/>
                </a:cxn>
                <a:cxn ang="0">
                  <a:pos x="12" y="48"/>
                </a:cxn>
                <a:cxn ang="0">
                  <a:pos x="12" y="30"/>
                </a:cxn>
                <a:cxn ang="0">
                  <a:pos x="24" y="18"/>
                </a:cxn>
                <a:cxn ang="0">
                  <a:pos x="24" y="18"/>
                </a:cxn>
              </a:cxnLst>
              <a:rect l="0" t="0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79" name="Oval 27"/>
            <p:cNvSpPr>
              <a:spLocks noChangeArrowheads="1"/>
            </p:cNvSpPr>
            <p:nvPr userDrawn="1"/>
          </p:nvSpPr>
          <p:spPr bwMode="ltGray">
            <a:xfrm>
              <a:off x="2444" y="3838"/>
              <a:ext cx="1380" cy="389"/>
            </a:xfrm>
            <a:prstGeom prst="ellipse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80" name="Oval 28"/>
            <p:cNvSpPr>
              <a:spLocks noChangeArrowheads="1"/>
            </p:cNvSpPr>
            <p:nvPr userDrawn="1"/>
          </p:nvSpPr>
          <p:spPr bwMode="ltGray">
            <a:xfrm>
              <a:off x="2394" y="3834"/>
              <a:ext cx="1502" cy="288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81" name="Oval 29"/>
            <p:cNvSpPr>
              <a:spLocks noChangeArrowheads="1"/>
            </p:cNvSpPr>
            <p:nvPr userDrawn="1"/>
          </p:nvSpPr>
          <p:spPr bwMode="ltGray">
            <a:xfrm>
              <a:off x="2441" y="3860"/>
              <a:ext cx="1425" cy="22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82" name="Freeform 30"/>
            <p:cNvSpPr>
              <a:spLocks noEditPoints="1"/>
            </p:cNvSpPr>
            <p:nvPr userDrawn="1"/>
          </p:nvSpPr>
          <p:spPr bwMode="ltGray">
            <a:xfrm>
              <a:off x="3743" y="3788"/>
              <a:ext cx="90" cy="96"/>
            </a:xfrm>
            <a:custGeom>
              <a:avLst/>
              <a:gdLst/>
              <a:ahLst/>
              <a:cxnLst>
                <a:cxn ang="0">
                  <a:pos x="66" y="96"/>
                </a:cxn>
                <a:cxn ang="0">
                  <a:pos x="78" y="66"/>
                </a:cxn>
                <a:cxn ang="0">
                  <a:pos x="90" y="42"/>
                </a:cxn>
                <a:cxn ang="0">
                  <a:pos x="78" y="18"/>
                </a:cxn>
                <a:cxn ang="0">
                  <a:pos x="60" y="0"/>
                </a:cxn>
                <a:cxn ang="0">
                  <a:pos x="30" y="6"/>
                </a:cxn>
                <a:cxn ang="0">
                  <a:pos x="18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24" y="78"/>
                </a:cxn>
                <a:cxn ang="0">
                  <a:pos x="48" y="90"/>
                </a:cxn>
                <a:cxn ang="0">
                  <a:pos x="66" y="96"/>
                </a:cxn>
                <a:cxn ang="0">
                  <a:pos x="66" y="96"/>
                </a:cxn>
                <a:cxn ang="0">
                  <a:pos x="42" y="18"/>
                </a:cxn>
                <a:cxn ang="0">
                  <a:pos x="60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66" y="72"/>
                </a:cxn>
                <a:cxn ang="0">
                  <a:pos x="60" y="78"/>
                </a:cxn>
                <a:cxn ang="0">
                  <a:pos x="60" y="84"/>
                </a:cxn>
                <a:cxn ang="0">
                  <a:pos x="42" y="72"/>
                </a:cxn>
                <a:cxn ang="0">
                  <a:pos x="30" y="66"/>
                </a:cxn>
                <a:cxn ang="0">
                  <a:pos x="18" y="42"/>
                </a:cxn>
                <a:cxn ang="0">
                  <a:pos x="24" y="30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83" name="Freeform 31"/>
            <p:cNvSpPr>
              <a:spLocks noEditPoints="1"/>
            </p:cNvSpPr>
            <p:nvPr userDrawn="1"/>
          </p:nvSpPr>
          <p:spPr bwMode="ltGray">
            <a:xfrm>
              <a:off x="5422" y="3603"/>
              <a:ext cx="72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48" y="108"/>
                </a:cxn>
                <a:cxn ang="0">
                  <a:pos x="66" y="96"/>
                </a:cxn>
                <a:cxn ang="0">
                  <a:pos x="72" y="66"/>
                </a:cxn>
                <a:cxn ang="0">
                  <a:pos x="66" y="42"/>
                </a:cxn>
                <a:cxn ang="0">
                  <a:pos x="60" y="18"/>
                </a:cxn>
                <a:cxn ang="0">
                  <a:pos x="48" y="6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18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24" y="36"/>
                </a:cxn>
                <a:cxn ang="0">
                  <a:pos x="30" y="24"/>
                </a:cxn>
                <a:cxn ang="0">
                  <a:pos x="36" y="18"/>
                </a:cxn>
                <a:cxn ang="0">
                  <a:pos x="54" y="30"/>
                </a:cxn>
                <a:cxn ang="0">
                  <a:pos x="60" y="48"/>
                </a:cxn>
                <a:cxn ang="0">
                  <a:pos x="66" y="72"/>
                </a:cxn>
                <a:cxn ang="0">
                  <a:pos x="66" y="84"/>
                </a:cxn>
                <a:cxn ang="0">
                  <a:pos x="54" y="96"/>
                </a:cxn>
                <a:cxn ang="0">
                  <a:pos x="30" y="102"/>
                </a:cxn>
                <a:cxn ang="0">
                  <a:pos x="24" y="96"/>
                </a:cxn>
                <a:cxn ang="0">
                  <a:pos x="12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84" name="Rectangle 32"/>
            <p:cNvSpPr>
              <a:spLocks noChangeArrowheads="1"/>
            </p:cNvSpPr>
            <p:nvPr userDrawn="1"/>
          </p:nvSpPr>
          <p:spPr bwMode="ltGray">
            <a:xfrm>
              <a:off x="4238" y="1773"/>
              <a:ext cx="173" cy="2539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85" name="Rectangle 33"/>
            <p:cNvSpPr>
              <a:spLocks noChangeArrowheads="1"/>
            </p:cNvSpPr>
            <p:nvPr userDrawn="1"/>
          </p:nvSpPr>
          <p:spPr bwMode="ltGray">
            <a:xfrm>
              <a:off x="4288" y="1545"/>
              <a:ext cx="76" cy="24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86" name="AutoShape 34"/>
            <p:cNvSpPr>
              <a:spLocks noChangeArrowheads="1"/>
            </p:cNvSpPr>
            <p:nvPr userDrawn="1"/>
          </p:nvSpPr>
          <p:spPr bwMode="ltGray">
            <a:xfrm>
              <a:off x="4220" y="1743"/>
              <a:ext cx="205" cy="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8387" name="Freeform 35"/>
            <p:cNvSpPr>
              <a:spLocks/>
            </p:cNvSpPr>
            <p:nvPr userDrawn="1"/>
          </p:nvSpPr>
          <p:spPr bwMode="ltGray">
            <a:xfrm>
              <a:off x="4306" y="1529"/>
              <a:ext cx="252" cy="1576"/>
            </a:xfrm>
            <a:custGeom>
              <a:avLst/>
              <a:gdLst/>
              <a:ahLst/>
              <a:cxnLst>
                <a:cxn ang="0">
                  <a:pos x="252" y="1576"/>
                </a:cxn>
                <a:cxn ang="0">
                  <a:pos x="12" y="84"/>
                </a:cxn>
                <a:cxn ang="0">
                  <a:pos x="12" y="60"/>
                </a:cxn>
                <a:cxn ang="0">
                  <a:pos x="0" y="12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8" y="48"/>
                </a:cxn>
                <a:cxn ang="0">
                  <a:pos x="88" y="66"/>
                </a:cxn>
              </a:cxnLst>
              <a:rect l="0" t="0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388" name="Freeform 36"/>
            <p:cNvSpPr>
              <a:spLocks/>
            </p:cNvSpPr>
            <p:nvPr userDrawn="1"/>
          </p:nvSpPr>
          <p:spPr bwMode="ltGray">
            <a:xfrm>
              <a:off x="4169" y="1421"/>
              <a:ext cx="317" cy="138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227" y="6"/>
                </a:cxn>
                <a:cxn ang="0">
                  <a:pos x="275" y="36"/>
                </a:cxn>
                <a:cxn ang="0">
                  <a:pos x="304" y="78"/>
                </a:cxn>
                <a:cxn ang="0">
                  <a:pos x="316" y="138"/>
                </a:cxn>
                <a:cxn ang="0">
                  <a:pos x="0" y="138"/>
                </a:cxn>
                <a:cxn ang="0">
                  <a:pos x="11" y="78"/>
                </a:cxn>
                <a:cxn ang="0">
                  <a:pos x="47" y="36"/>
                </a:cxn>
                <a:cxn ang="0">
                  <a:pos x="95" y="6"/>
                </a:cxn>
                <a:cxn ang="0">
                  <a:pos x="161" y="0"/>
                </a:cxn>
                <a:cxn ang="0">
                  <a:pos x="161" y="0"/>
                </a:cxn>
              </a:cxnLst>
              <a:rect l="0" t="0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8389" name="Rectangle 3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28390" name="Rectangle 3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28391" name="Rectangle 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78563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28392" name="Rectangle 4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78563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228393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78563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95F212-CD40-4907-9004-F474C16869EB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Coptic Lesson 9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Rules for Coptic Letters with Multiple Pronunciations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2590800" y="277813"/>
            <a:ext cx="3890963" cy="536575"/>
          </a:xfrm>
          <a:noFill/>
        </p:spPr>
        <p:txBody>
          <a:bodyPr/>
          <a:lstStyle/>
          <a:p>
            <a:r>
              <a:rPr lang="en-US" sz="3200"/>
              <a:t>Coptic Alphabets</a:t>
            </a:r>
          </a:p>
        </p:txBody>
      </p:sp>
      <p:pic>
        <p:nvPicPr>
          <p:cNvPr id="30725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5438"/>
            <a:ext cx="8075613" cy="911225"/>
          </a:xfrm>
        </p:spPr>
        <p:txBody>
          <a:bodyPr/>
          <a:lstStyle/>
          <a:p>
            <a:r>
              <a:rPr lang="en-US"/>
              <a:t>Alphabet Review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30388"/>
            <a:ext cx="7926388" cy="36607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>
                <a:latin typeface="CS Avva Shenouda" pitchFamily="34" charset="0"/>
              </a:rPr>
              <a:t>^   x   u   f   ou</a:t>
            </a:r>
          </a:p>
          <a:p>
            <a:pPr>
              <a:buFont typeface="Wingdings" pitchFamily="2" charset="2"/>
              <a:buNone/>
            </a:pPr>
            <a:r>
              <a:rPr lang="en-US">
                <a:latin typeface="CS Avva Shenouda" pitchFamily="34" charset="0"/>
              </a:rPr>
              <a:t>L   :   P   V   '   [</a:t>
            </a:r>
          </a:p>
          <a:p>
            <a:pPr>
              <a:buFont typeface="Wingdings" pitchFamily="2" charset="2"/>
              <a:buNone/>
            </a:pPr>
            <a:r>
              <a:rPr lang="en-US">
                <a:latin typeface="CS Avva Shenouda" pitchFamily="34" charset="0"/>
              </a:rPr>
              <a:t>S   q   J   G   H</a:t>
            </a:r>
          </a:p>
          <a:p>
            <a:pPr>
              <a:buFont typeface="Wingdings" pitchFamily="2" charset="2"/>
              <a:buNone/>
            </a:pPr>
            <a:r>
              <a:rPr lang="en-US">
                <a:latin typeface="CS Avva Shenouda" pitchFamily="34" charset="0"/>
              </a:rPr>
              <a:t>D   Y   R   &lt;</a:t>
            </a:r>
          </a:p>
          <a:p>
            <a:pPr>
              <a:buFont typeface="Wingdings" pitchFamily="2" charset="2"/>
              <a:buNone/>
            </a:pPr>
            <a:r>
              <a:rPr lang="en-US">
                <a:latin typeface="CS Avva Shenouda" pitchFamily="34" charset="0"/>
              </a:rPr>
              <a:t>A  B   E   Z   I   K   M   N   O   C   T  W  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543800" cy="1295400"/>
          </a:xfrm>
        </p:spPr>
        <p:txBody>
          <a:bodyPr/>
          <a:lstStyle/>
          <a:p>
            <a:r>
              <a:rPr lang="en-US"/>
              <a:t>Alphabet 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59436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Ksi</a:t>
            </a: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26670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x</a:t>
            </a: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x</a:t>
            </a: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5943600" y="5100638"/>
            <a:ext cx="27432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Mi</a:t>
            </a: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2667000" y="51054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</a:t>
            </a: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59436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Sima</a:t>
            </a: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26670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c</a:t>
            </a: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59436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Pi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2667000" y="3733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p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59436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Ti</a:t>
            </a: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26670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ti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}</a:t>
            </a: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59436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Shai</a:t>
            </a: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26670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sh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s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59436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Thita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26670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</a:rPr>
              <a:t>Th, t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tabLst>
                <a:tab pos="914400" algn="l"/>
              </a:tabLst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;</a:t>
            </a:r>
          </a:p>
        </p:txBody>
      </p:sp>
      <p:sp>
        <p:nvSpPr>
          <p:cNvPr id="23581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2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3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4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5" name="Line 33"/>
          <p:cNvSpPr>
            <a:spLocks noChangeShapeType="1"/>
          </p:cNvSpPr>
          <p:nvPr/>
        </p:nvSpPr>
        <p:spPr bwMode="auto">
          <a:xfrm>
            <a:off x="457200" y="440055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6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8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89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90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91" name="Line 39"/>
          <p:cNvSpPr>
            <a:spLocks noChangeShapeType="1"/>
          </p:cNvSpPr>
          <p:nvPr/>
        </p:nvSpPr>
        <p:spPr bwMode="auto">
          <a:xfrm>
            <a:off x="59436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  <p:sp>
        <p:nvSpPr>
          <p:cNvPr id="23592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80" grpId="0"/>
      <p:bldP spid="23579" grpId="0"/>
      <p:bldP spid="23578" grpId="0"/>
      <p:bldP spid="23577" grpId="0"/>
      <p:bldP spid="23576" grpId="0"/>
      <p:bldP spid="23575" grpId="0"/>
      <p:bldP spid="23574" grpId="0"/>
      <p:bldP spid="23573" grpId="0"/>
      <p:bldP spid="23572" grpId="0"/>
      <p:bldP spid="23571" grpId="0"/>
      <p:bldP spid="23570" grpId="0"/>
      <p:bldP spid="23569" grpId="0"/>
      <p:bldP spid="23568" grpId="0"/>
      <p:bldP spid="23567" grpId="0"/>
      <p:bldP spid="23566" grpId="0"/>
      <p:bldP spid="23565" grpId="0"/>
      <p:bldP spid="23564" grpId="0"/>
      <p:bldP spid="23563" grpId="0"/>
      <p:bldP spid="23562" grpId="0"/>
      <p:bldP spid="23561" grpId="0"/>
      <p:bldP spid="235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r>
              <a:rPr lang="en-US" sz="4000">
                <a:latin typeface="Times New Roman" pitchFamily="18" charset="0"/>
              </a:rPr>
              <a:t>Rule for the Vita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B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26307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6308" name="Text Box 4"/>
          <p:cNvSpPr txBox="1">
            <a:spLocks noChangeArrowheads="1"/>
          </p:cNvSpPr>
          <p:nvPr/>
        </p:nvSpPr>
        <p:spPr bwMode="auto">
          <a:xfrm>
            <a:off x="381000" y="1905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B b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26309" name="Text Box 5"/>
          <p:cNvSpPr txBox="1">
            <a:spLocks noChangeArrowheads="1"/>
          </p:cNvSpPr>
          <p:nvPr/>
        </p:nvSpPr>
        <p:spPr bwMode="auto">
          <a:xfrm>
            <a:off x="3276600" y="1219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v</a:t>
            </a:r>
          </a:p>
        </p:txBody>
      </p:sp>
      <p:sp>
        <p:nvSpPr>
          <p:cNvPr id="226310" name="Text Box 6"/>
          <p:cNvSpPr txBox="1">
            <a:spLocks noChangeArrowheads="1"/>
          </p:cNvSpPr>
          <p:nvPr/>
        </p:nvSpPr>
        <p:spPr bwMode="auto">
          <a:xfrm>
            <a:off x="3276600" y="2362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</a:t>
            </a:r>
          </a:p>
        </p:txBody>
      </p:sp>
      <p:sp>
        <p:nvSpPr>
          <p:cNvPr id="226311" name="Text Box 7"/>
          <p:cNvSpPr txBox="1">
            <a:spLocks noChangeArrowheads="1"/>
          </p:cNvSpPr>
          <p:nvPr/>
        </p:nvSpPr>
        <p:spPr bwMode="auto">
          <a:xfrm>
            <a:off x="3810000" y="2514600"/>
            <a:ext cx="20574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otherwise</a:t>
            </a:r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26312" name="Text Box 8"/>
          <p:cNvSpPr txBox="1">
            <a:spLocks noChangeArrowheads="1"/>
          </p:cNvSpPr>
          <p:nvPr/>
        </p:nvSpPr>
        <p:spPr bwMode="auto">
          <a:xfrm>
            <a:off x="533400" y="32766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26313" name="Text Box 9"/>
          <p:cNvSpPr txBox="1">
            <a:spLocks noChangeArrowheads="1"/>
          </p:cNvSpPr>
          <p:nvPr/>
        </p:nvSpPr>
        <p:spPr bwMode="auto">
          <a:xfrm>
            <a:off x="914400" y="39624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hwb</a:t>
            </a:r>
          </a:p>
        </p:txBody>
      </p:sp>
      <p:sp>
        <p:nvSpPr>
          <p:cNvPr id="226314" name="Text Box 10"/>
          <p:cNvSpPr txBox="1">
            <a:spLocks noChangeArrowheads="1"/>
          </p:cNvSpPr>
          <p:nvPr/>
        </p:nvSpPr>
        <p:spPr bwMode="auto">
          <a:xfrm>
            <a:off x="2590800" y="39624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qybc</a:t>
            </a:r>
          </a:p>
        </p:txBody>
      </p:sp>
      <p:sp>
        <p:nvSpPr>
          <p:cNvPr id="226315" name="Text Box 11"/>
          <p:cNvSpPr txBox="1">
            <a:spLocks noChangeArrowheads="1"/>
          </p:cNvSpPr>
          <p:nvPr/>
        </p:nvSpPr>
        <p:spPr bwMode="auto">
          <a:xfrm>
            <a:off x="4267200" y="3962400"/>
            <a:ext cx="1905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Iakwb</a:t>
            </a:r>
          </a:p>
        </p:txBody>
      </p:sp>
      <p:sp>
        <p:nvSpPr>
          <p:cNvPr id="226316" name="Text Box 12"/>
          <p:cNvSpPr txBox="1">
            <a:spLocks noChangeArrowheads="1"/>
          </p:cNvSpPr>
          <p:nvPr/>
        </p:nvSpPr>
        <p:spPr bwMode="auto">
          <a:xfrm>
            <a:off x="6324600" y="39624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baki</a:t>
            </a:r>
          </a:p>
        </p:txBody>
      </p:sp>
      <p:sp>
        <p:nvSpPr>
          <p:cNvPr id="226317" name="Text Box 13"/>
          <p:cNvSpPr txBox="1">
            <a:spLocks noChangeArrowheads="1"/>
          </p:cNvSpPr>
          <p:nvPr/>
        </p:nvSpPr>
        <p:spPr bwMode="auto">
          <a:xfrm>
            <a:off x="16002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nyb</a:t>
            </a:r>
          </a:p>
        </p:txBody>
      </p:sp>
      <p:sp>
        <p:nvSpPr>
          <p:cNvPr id="226318" name="Text Box 14"/>
          <p:cNvSpPr txBox="1">
            <a:spLocks noChangeArrowheads="1"/>
          </p:cNvSpPr>
          <p:nvPr/>
        </p:nvSpPr>
        <p:spPr bwMode="auto">
          <a:xfrm>
            <a:off x="3352800" y="46482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kwbab</a:t>
            </a:r>
          </a:p>
        </p:txBody>
      </p:sp>
      <p:sp>
        <p:nvSpPr>
          <p:cNvPr id="226319" name="Text Box 15"/>
          <p:cNvSpPr txBox="1">
            <a:spLocks noChangeArrowheads="1"/>
          </p:cNvSpPr>
          <p:nvPr/>
        </p:nvSpPr>
        <p:spPr bwMode="auto">
          <a:xfrm>
            <a:off x="5562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tebc</a:t>
            </a:r>
          </a:p>
        </p:txBody>
      </p:sp>
      <p:sp>
        <p:nvSpPr>
          <p:cNvPr id="226320" name="Line 16"/>
          <p:cNvSpPr>
            <a:spLocks noChangeShapeType="1"/>
          </p:cNvSpPr>
          <p:nvPr/>
        </p:nvSpPr>
        <p:spPr bwMode="auto">
          <a:xfrm>
            <a:off x="1981200" y="22098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6321" name="Freeform 17"/>
          <p:cNvSpPr>
            <a:spLocks/>
          </p:cNvSpPr>
          <p:nvPr/>
        </p:nvSpPr>
        <p:spPr bwMode="auto">
          <a:xfrm>
            <a:off x="1981200" y="1676400"/>
            <a:ext cx="1371600" cy="542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6322" name="Text Box 18"/>
          <p:cNvSpPr txBox="1">
            <a:spLocks noChangeArrowheads="1"/>
          </p:cNvSpPr>
          <p:nvPr/>
        </p:nvSpPr>
        <p:spPr bwMode="auto">
          <a:xfrm>
            <a:off x="3810000" y="1371600"/>
            <a:ext cx="51054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before a 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vowel, except in names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26323" name="Text Box 19"/>
          <p:cNvSpPr txBox="1">
            <a:spLocks noChangeArrowheads="1"/>
          </p:cNvSpPr>
          <p:nvPr/>
        </p:nvSpPr>
        <p:spPr bwMode="auto">
          <a:xfrm>
            <a:off x="762000" y="53340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nobi</a:t>
            </a:r>
          </a:p>
        </p:txBody>
      </p:sp>
      <p:sp>
        <p:nvSpPr>
          <p:cNvPr id="226324" name="Text Box 20"/>
          <p:cNvSpPr txBox="1">
            <a:spLocks noChangeArrowheads="1"/>
          </p:cNvSpPr>
          <p:nvPr/>
        </p:nvSpPr>
        <p:spPr bwMode="auto">
          <a:xfrm>
            <a:off x="2514600" y="53340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lobs</a:t>
            </a:r>
          </a:p>
        </p:txBody>
      </p:sp>
      <p:sp>
        <p:nvSpPr>
          <p:cNvPr id="226325" name="Text Box 21"/>
          <p:cNvSpPr txBox="1">
            <a:spLocks noChangeArrowheads="1"/>
          </p:cNvSpPr>
          <p:nvPr/>
        </p:nvSpPr>
        <p:spPr bwMode="auto">
          <a:xfrm>
            <a:off x="4343400" y="5334000"/>
            <a:ext cx="2286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,eroubim</a:t>
            </a:r>
          </a:p>
        </p:txBody>
      </p:sp>
      <p:sp>
        <p:nvSpPr>
          <p:cNvPr id="226326" name="Text Box 22"/>
          <p:cNvSpPr txBox="1">
            <a:spLocks noChangeArrowheads="1"/>
          </p:cNvSpPr>
          <p:nvPr/>
        </p:nvSpPr>
        <p:spPr bwMode="auto">
          <a:xfrm>
            <a:off x="7162800" y="52578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niben</a:t>
            </a:r>
          </a:p>
        </p:txBody>
      </p:sp>
      <p:sp>
        <p:nvSpPr>
          <p:cNvPr id="226327" name="Text Box 23"/>
          <p:cNvSpPr txBox="1">
            <a:spLocks noChangeArrowheads="1"/>
          </p:cNvSpPr>
          <p:nvPr/>
        </p:nvSpPr>
        <p:spPr bwMode="auto">
          <a:xfrm>
            <a:off x="1524000" y="59436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noub</a:t>
            </a:r>
          </a:p>
        </p:txBody>
      </p:sp>
      <p:sp>
        <p:nvSpPr>
          <p:cNvPr id="226328" name="Text Box 24"/>
          <p:cNvSpPr txBox="1">
            <a:spLocks noChangeArrowheads="1"/>
          </p:cNvSpPr>
          <p:nvPr/>
        </p:nvSpPr>
        <p:spPr bwMode="auto">
          <a:xfrm>
            <a:off x="3505200" y="6156325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mbon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26329" name="Text Box 25"/>
          <p:cNvSpPr txBox="1">
            <a:spLocks noChangeArrowheads="1"/>
          </p:cNvSpPr>
          <p:nvPr/>
        </p:nvSpPr>
        <p:spPr bwMode="auto">
          <a:xfrm>
            <a:off x="5715000" y="59436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abwk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6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6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6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6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2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9" grpId="0"/>
      <p:bldP spid="226310" grpId="0"/>
      <p:bldP spid="226312" grpId="0"/>
      <p:bldP spid="226313" grpId="0"/>
      <p:bldP spid="226315" grpId="0"/>
      <p:bldP spid="226318" grpId="0"/>
      <p:bldP spid="2263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5943600" cy="636587"/>
          </a:xfrm>
        </p:spPr>
        <p:txBody>
          <a:bodyPr/>
          <a:lstStyle/>
          <a:p>
            <a:pPr algn="l"/>
            <a:r>
              <a:rPr lang="en-US" sz="4000">
                <a:latin typeface="Times New Roman" pitchFamily="18" charset="0"/>
              </a:rPr>
              <a:t>Rule for the Ghamma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G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24259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G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24261" name="Text Box 5"/>
          <p:cNvSpPr txBox="1">
            <a:spLocks noChangeArrowheads="1"/>
          </p:cNvSpPr>
          <p:nvPr/>
        </p:nvSpPr>
        <p:spPr bwMode="auto">
          <a:xfrm>
            <a:off x="3352800" y="1219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</a:t>
            </a:r>
          </a:p>
        </p:txBody>
      </p:sp>
      <p:sp>
        <p:nvSpPr>
          <p:cNvPr id="224262" name="Text Box 6"/>
          <p:cNvSpPr txBox="1">
            <a:spLocks noChangeArrowheads="1"/>
          </p:cNvSpPr>
          <p:nvPr/>
        </p:nvSpPr>
        <p:spPr bwMode="auto">
          <a:xfrm>
            <a:off x="3352800" y="22098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gh</a:t>
            </a:r>
          </a:p>
        </p:txBody>
      </p:sp>
      <p:sp>
        <p:nvSpPr>
          <p:cNvPr id="224263" name="Text Box 7"/>
          <p:cNvSpPr txBox="1">
            <a:spLocks noChangeArrowheads="1"/>
          </p:cNvSpPr>
          <p:nvPr/>
        </p:nvSpPr>
        <p:spPr bwMode="auto">
          <a:xfrm>
            <a:off x="3429000" y="3276600"/>
            <a:ext cx="5334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  <a:endParaRPr lang="en-US" sz="3200">
              <a:solidFill>
                <a:srgbClr val="00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24264" name="Freeform 8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4265" name="Line 9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4266" name="Line 10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4267" name="Text Box 11"/>
          <p:cNvSpPr txBox="1">
            <a:spLocks noChangeArrowheads="1"/>
          </p:cNvSpPr>
          <p:nvPr/>
        </p:nvSpPr>
        <p:spPr bwMode="auto">
          <a:xfrm>
            <a:off x="3733800" y="1295400"/>
            <a:ext cx="3733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before e-family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24268" name="Text Box 12"/>
          <p:cNvSpPr txBox="1">
            <a:spLocks noChangeArrowheads="1"/>
          </p:cNvSpPr>
          <p:nvPr/>
        </p:nvSpPr>
        <p:spPr bwMode="auto">
          <a:xfrm>
            <a:off x="3962400" y="2286000"/>
            <a:ext cx="3124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otherwise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24269" name="Text Box 13"/>
          <p:cNvSpPr txBox="1">
            <a:spLocks noChangeArrowheads="1"/>
          </p:cNvSpPr>
          <p:nvPr/>
        </p:nvSpPr>
        <p:spPr bwMode="auto">
          <a:xfrm>
            <a:off x="3886200" y="3200400"/>
            <a:ext cx="426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before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g&gt; x&gt; k&gt; ,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)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24270" name="Text Box 14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24271" name="Text Box 15"/>
          <p:cNvSpPr txBox="1">
            <a:spLocks noChangeArrowheads="1"/>
          </p:cNvSpPr>
          <p:nvPr/>
        </p:nvSpPr>
        <p:spPr bwMode="auto">
          <a:xfrm>
            <a:off x="457200" y="4648200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genoc</a:t>
            </a:r>
          </a:p>
        </p:txBody>
      </p:sp>
      <p:sp>
        <p:nvSpPr>
          <p:cNvPr id="224272" name="Text Box 16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agora</a:t>
            </a:r>
          </a:p>
        </p:txBody>
      </p:sp>
      <p:sp>
        <p:nvSpPr>
          <p:cNvPr id="224273" name="Text Box 17"/>
          <p:cNvSpPr txBox="1">
            <a:spLocks noChangeArrowheads="1"/>
          </p:cNvSpPr>
          <p:nvPr/>
        </p:nvSpPr>
        <p:spPr bwMode="auto">
          <a:xfrm>
            <a:off x="4191000" y="4648200"/>
            <a:ext cx="2209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aggeloc</a:t>
            </a:r>
          </a:p>
        </p:txBody>
      </p:sp>
      <p:sp>
        <p:nvSpPr>
          <p:cNvPr id="224274" name="Text Box 18"/>
          <p:cNvSpPr txBox="1">
            <a:spLocks noChangeArrowheads="1"/>
          </p:cNvSpPr>
          <p:nvPr/>
        </p:nvSpPr>
        <p:spPr bwMode="auto">
          <a:xfrm>
            <a:off x="67818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agioc</a:t>
            </a:r>
          </a:p>
        </p:txBody>
      </p:sp>
      <p:sp>
        <p:nvSpPr>
          <p:cNvPr id="224275" name="Text Box 19"/>
          <p:cNvSpPr txBox="1">
            <a:spLocks noChangeArrowheads="1"/>
          </p:cNvSpPr>
          <p:nvPr/>
        </p:nvSpPr>
        <p:spPr bwMode="auto">
          <a:xfrm>
            <a:off x="1219200" y="54864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`gravy</a:t>
            </a:r>
          </a:p>
        </p:txBody>
      </p:sp>
      <p:sp>
        <p:nvSpPr>
          <p:cNvPr id="224276" name="Text Box 20"/>
          <p:cNvSpPr txBox="1">
            <a:spLocks noChangeArrowheads="1"/>
          </p:cNvSpPr>
          <p:nvPr/>
        </p:nvSpPr>
        <p:spPr bwMode="auto">
          <a:xfrm>
            <a:off x="3200400" y="5486400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calpigx</a:t>
            </a:r>
          </a:p>
        </p:txBody>
      </p:sp>
      <p:sp>
        <p:nvSpPr>
          <p:cNvPr id="224277" name="Text Box 21"/>
          <p:cNvSpPr txBox="1">
            <a:spLocks noChangeArrowheads="1"/>
          </p:cNvSpPr>
          <p:nvPr/>
        </p:nvSpPr>
        <p:spPr bwMode="auto">
          <a:xfrm>
            <a:off x="5638800" y="5486400"/>
            <a:ext cx="2286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gumnacia</a:t>
            </a:r>
          </a:p>
        </p:txBody>
      </p:sp>
      <p:sp>
        <p:nvSpPr>
          <p:cNvPr id="224278" name="Text Box 22"/>
          <p:cNvSpPr txBox="1">
            <a:spLocks noChangeArrowheads="1"/>
          </p:cNvSpPr>
          <p:nvPr/>
        </p:nvSpPr>
        <p:spPr bwMode="auto">
          <a:xfrm>
            <a:off x="6477000" y="152400"/>
            <a:ext cx="2514600" cy="10668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e-family:</a:t>
            </a:r>
          </a:p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e&gt; y&gt; i&gt; 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2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4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4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2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1" grpId="0"/>
      <p:bldP spid="224262" grpId="0"/>
      <p:bldP spid="224263" grpId="0"/>
      <p:bldP spid="224267" grpId="0"/>
      <p:bldP spid="224269" grpId="0"/>
      <p:bldP spid="224270" grpId="0"/>
      <p:bldP spid="224271" grpId="0"/>
      <p:bldP spid="224273" grpId="0"/>
      <p:bldP spid="224276" grpId="0"/>
      <p:bldP spid="224277" grpId="0"/>
      <p:bldP spid="2242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r>
              <a:rPr lang="en-US" sz="4000">
                <a:latin typeface="Times New Roman" pitchFamily="18" charset="0"/>
              </a:rPr>
              <a:t>Rule for the Delta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D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25283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284" name="Text Box 4"/>
          <p:cNvSpPr txBox="1">
            <a:spLocks noChangeArrowheads="1"/>
          </p:cNvSpPr>
          <p:nvPr/>
        </p:nvSpPr>
        <p:spPr bwMode="auto">
          <a:xfrm>
            <a:off x="381000" y="1905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 d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25285" name="Text Box 5"/>
          <p:cNvSpPr txBox="1">
            <a:spLocks noChangeArrowheads="1"/>
          </p:cNvSpPr>
          <p:nvPr/>
        </p:nvSpPr>
        <p:spPr bwMode="auto">
          <a:xfrm>
            <a:off x="3276600" y="1219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d</a:t>
            </a:r>
          </a:p>
        </p:txBody>
      </p:sp>
      <p:sp>
        <p:nvSpPr>
          <p:cNvPr id="225286" name="Text Box 6"/>
          <p:cNvSpPr txBox="1">
            <a:spLocks noChangeArrowheads="1"/>
          </p:cNvSpPr>
          <p:nvPr/>
        </p:nvSpPr>
        <p:spPr bwMode="auto">
          <a:xfrm>
            <a:off x="3276600" y="2362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z</a:t>
            </a:r>
          </a:p>
        </p:txBody>
      </p:sp>
      <p:sp>
        <p:nvSpPr>
          <p:cNvPr id="225287" name="Text Box 7"/>
          <p:cNvSpPr txBox="1">
            <a:spLocks noChangeArrowheads="1"/>
          </p:cNvSpPr>
          <p:nvPr/>
        </p:nvSpPr>
        <p:spPr bwMode="auto">
          <a:xfrm>
            <a:off x="3810000" y="2514600"/>
            <a:ext cx="4953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otherwise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25288" name="Text Box 8"/>
          <p:cNvSpPr txBox="1">
            <a:spLocks noChangeArrowheads="1"/>
          </p:cNvSpPr>
          <p:nvPr/>
        </p:nvSpPr>
        <p:spPr bwMode="auto">
          <a:xfrm>
            <a:off x="533400" y="32766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25289" name="Text Box 9"/>
          <p:cNvSpPr txBox="1">
            <a:spLocks noChangeArrowheads="1"/>
          </p:cNvSpPr>
          <p:nvPr/>
        </p:nvSpPr>
        <p:spPr bwMode="auto">
          <a:xfrm>
            <a:off x="762000" y="3962400"/>
            <a:ext cx="1524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doxa</a:t>
            </a:r>
          </a:p>
        </p:txBody>
      </p:sp>
      <p:sp>
        <p:nvSpPr>
          <p:cNvPr id="225290" name="Text Box 10"/>
          <p:cNvSpPr txBox="1">
            <a:spLocks noChangeArrowheads="1"/>
          </p:cNvSpPr>
          <p:nvPr/>
        </p:nvSpPr>
        <p:spPr bwMode="auto">
          <a:xfrm>
            <a:off x="2590800" y="3962400"/>
            <a:ext cx="1905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dikeoc</a:t>
            </a:r>
          </a:p>
        </p:txBody>
      </p:sp>
      <p:sp>
        <p:nvSpPr>
          <p:cNvPr id="225291" name="Text Box 11"/>
          <p:cNvSpPr txBox="1">
            <a:spLocks noChangeArrowheads="1"/>
          </p:cNvSpPr>
          <p:nvPr/>
        </p:nvSpPr>
        <p:spPr bwMode="auto">
          <a:xfrm>
            <a:off x="4724400" y="3962400"/>
            <a:ext cx="1905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Dauid</a:t>
            </a:r>
          </a:p>
        </p:txBody>
      </p:sp>
      <p:sp>
        <p:nvSpPr>
          <p:cNvPr id="225293" name="Text Box 13"/>
          <p:cNvSpPr txBox="1">
            <a:spLocks noChangeArrowheads="1"/>
          </p:cNvSpPr>
          <p:nvPr/>
        </p:nvSpPr>
        <p:spPr bwMode="auto">
          <a:xfrm>
            <a:off x="7010400" y="3962400"/>
            <a:ext cx="1828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dwron</a:t>
            </a:r>
          </a:p>
        </p:txBody>
      </p:sp>
      <p:sp>
        <p:nvSpPr>
          <p:cNvPr id="225294" name="Text Box 14"/>
          <p:cNvSpPr txBox="1">
            <a:spLocks noChangeArrowheads="1"/>
          </p:cNvSpPr>
          <p:nvPr/>
        </p:nvSpPr>
        <p:spPr bwMode="auto">
          <a:xfrm>
            <a:off x="1981200" y="4648200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Daniyl</a:t>
            </a:r>
          </a:p>
        </p:txBody>
      </p:sp>
      <p:sp>
        <p:nvSpPr>
          <p:cNvPr id="225296" name="Line 16"/>
          <p:cNvSpPr>
            <a:spLocks noChangeShapeType="1"/>
          </p:cNvSpPr>
          <p:nvPr/>
        </p:nvSpPr>
        <p:spPr bwMode="auto">
          <a:xfrm>
            <a:off x="1981200" y="22098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297" name="Freeform 17"/>
          <p:cNvSpPr>
            <a:spLocks/>
          </p:cNvSpPr>
          <p:nvPr/>
        </p:nvSpPr>
        <p:spPr bwMode="auto">
          <a:xfrm>
            <a:off x="1981200" y="1676400"/>
            <a:ext cx="1371600" cy="542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299" name="Text Box 19"/>
          <p:cNvSpPr txBox="1">
            <a:spLocks noChangeArrowheads="1"/>
          </p:cNvSpPr>
          <p:nvPr/>
        </p:nvSpPr>
        <p:spPr bwMode="auto">
          <a:xfrm>
            <a:off x="3810000" y="1371600"/>
            <a:ext cx="44958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in names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25300" name="Text Box 20"/>
          <p:cNvSpPr txBox="1">
            <a:spLocks noChangeArrowheads="1"/>
          </p:cNvSpPr>
          <p:nvPr/>
        </p:nvSpPr>
        <p:spPr bwMode="auto">
          <a:xfrm>
            <a:off x="5181600" y="4648200"/>
            <a:ext cx="1981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demwn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2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5" grpId="0"/>
      <p:bldP spid="225286" grpId="0"/>
      <p:bldP spid="225288" grpId="0"/>
      <p:bldP spid="225289" grpId="0"/>
      <p:bldP spid="225291" grpId="0"/>
      <p:bldP spid="22529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r>
              <a:rPr lang="en-US" sz="4000">
                <a:latin typeface="Times New Roman" pitchFamily="18" charset="0"/>
              </a:rPr>
              <a:t>Rule for the Theeta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: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32451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2452" name="Text Box 4"/>
          <p:cNvSpPr txBox="1">
            <a:spLocks noChangeArrowheads="1"/>
          </p:cNvSpPr>
          <p:nvPr/>
        </p:nvSpPr>
        <p:spPr bwMode="auto">
          <a:xfrm>
            <a:off x="381000" y="1905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: ;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2453" name="Text Box 5"/>
          <p:cNvSpPr txBox="1">
            <a:spLocks noChangeArrowheads="1"/>
          </p:cNvSpPr>
          <p:nvPr/>
        </p:nvSpPr>
        <p:spPr bwMode="auto">
          <a:xfrm>
            <a:off x="3276600" y="1219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th</a:t>
            </a:r>
          </a:p>
        </p:txBody>
      </p:sp>
      <p:sp>
        <p:nvSpPr>
          <p:cNvPr id="232454" name="Text Box 6"/>
          <p:cNvSpPr txBox="1">
            <a:spLocks noChangeArrowheads="1"/>
          </p:cNvSpPr>
          <p:nvPr/>
        </p:nvSpPr>
        <p:spPr bwMode="auto">
          <a:xfrm>
            <a:off x="3276600" y="2362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</a:t>
            </a:r>
          </a:p>
        </p:txBody>
      </p:sp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3810000" y="2514600"/>
            <a:ext cx="49530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after </a:t>
            </a:r>
            <a:r>
              <a:rPr lang="en-US" sz="32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t&gt; s&gt; c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2456" name="Text Box 8"/>
          <p:cNvSpPr txBox="1">
            <a:spLocks noChangeArrowheads="1"/>
          </p:cNvSpPr>
          <p:nvPr/>
        </p:nvSpPr>
        <p:spPr bwMode="auto">
          <a:xfrm>
            <a:off x="533400" y="32766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2457" name="Text Box 9"/>
          <p:cNvSpPr txBox="1">
            <a:spLocks noChangeArrowheads="1"/>
          </p:cNvSpPr>
          <p:nvPr/>
        </p:nvSpPr>
        <p:spPr bwMode="auto">
          <a:xfrm>
            <a:off x="914400" y="3962400"/>
            <a:ext cx="12954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</a:t>
            </a:r>
            <a:r>
              <a:rPr lang="en-US" sz="4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c;oi</a:t>
            </a:r>
            <a:r>
              <a:rPr 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/>
            </a:r>
            <a:br>
              <a:rPr 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</a:b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(smell)</a:t>
            </a:r>
            <a:endParaRPr lang="en-US" sz="2800" dirty="0">
              <a:solidFill>
                <a:srgbClr val="0000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2458" name="Text Box 10"/>
          <p:cNvSpPr txBox="1">
            <a:spLocks noChangeArrowheads="1"/>
          </p:cNvSpPr>
          <p:nvPr/>
        </p:nvSpPr>
        <p:spPr bwMode="auto">
          <a:xfrm>
            <a:off x="2590800" y="3962400"/>
            <a:ext cx="14478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;wm</a:t>
            </a:r>
            <a:b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</a:b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(lock)</a:t>
            </a:r>
          </a:p>
        </p:txBody>
      </p:sp>
      <p:sp>
        <p:nvSpPr>
          <p:cNvPr id="232460" name="Text Box 12"/>
          <p:cNvSpPr txBox="1">
            <a:spLocks noChangeArrowheads="1"/>
          </p:cNvSpPr>
          <p:nvPr/>
        </p:nvSpPr>
        <p:spPr bwMode="auto">
          <a:xfrm>
            <a:off x="4419600" y="3962400"/>
            <a:ext cx="17526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`;myi</a:t>
            </a:r>
            <a:br>
              <a:rPr lang="en-US" sz="40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</a:br>
            <a:r>
              <a:rPr lang="en-US" sz="28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(righteous)</a:t>
            </a:r>
          </a:p>
        </p:txBody>
      </p:sp>
      <p:sp>
        <p:nvSpPr>
          <p:cNvPr id="232461" name="Text Box 13"/>
          <p:cNvSpPr txBox="1">
            <a:spLocks noChangeArrowheads="1"/>
          </p:cNvSpPr>
          <p:nvPr/>
        </p:nvSpPr>
        <p:spPr bwMode="auto">
          <a:xfrm>
            <a:off x="6858000" y="4038600"/>
            <a:ext cx="14478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`s;eh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(hot)</a:t>
            </a:r>
          </a:p>
        </p:txBody>
      </p:sp>
      <p:sp>
        <p:nvSpPr>
          <p:cNvPr id="232462" name="Text Box 14"/>
          <p:cNvSpPr txBox="1">
            <a:spLocks noChangeArrowheads="1"/>
          </p:cNvSpPr>
          <p:nvPr/>
        </p:nvSpPr>
        <p:spPr bwMode="auto">
          <a:xfrm>
            <a:off x="2209800" y="5334000"/>
            <a:ext cx="17526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;ai</a:t>
            </a:r>
            <a:br>
              <a:rPr lang="en-US" sz="40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</a:br>
            <a:r>
              <a:rPr lang="en-US" sz="280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(this)</a:t>
            </a:r>
          </a:p>
        </p:txBody>
      </p:sp>
      <p:sp>
        <p:nvSpPr>
          <p:cNvPr id="232463" name="Text Box 15"/>
          <p:cNvSpPr txBox="1">
            <a:spLocks noChangeArrowheads="1"/>
          </p:cNvSpPr>
          <p:nvPr/>
        </p:nvSpPr>
        <p:spPr bwMode="auto">
          <a:xfrm>
            <a:off x="4114800" y="5334000"/>
            <a:ext cx="2286000" cy="1128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`s;orter 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(disturbed)</a:t>
            </a:r>
          </a:p>
        </p:txBody>
      </p:sp>
      <p:sp>
        <p:nvSpPr>
          <p:cNvPr id="232464" name="Line 16"/>
          <p:cNvSpPr>
            <a:spLocks noChangeShapeType="1"/>
          </p:cNvSpPr>
          <p:nvPr/>
        </p:nvSpPr>
        <p:spPr bwMode="auto">
          <a:xfrm>
            <a:off x="1981200" y="22098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2465" name="Freeform 17"/>
          <p:cNvSpPr>
            <a:spLocks/>
          </p:cNvSpPr>
          <p:nvPr/>
        </p:nvSpPr>
        <p:spPr bwMode="auto">
          <a:xfrm>
            <a:off x="1981200" y="1676400"/>
            <a:ext cx="1371600" cy="542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3" grpId="0"/>
      <p:bldP spid="232454" grpId="0"/>
      <p:bldP spid="232456" grpId="0"/>
      <p:bldP spid="232457" grpId="0"/>
      <p:bldP spid="232462" grpId="0"/>
      <p:bldP spid="2324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4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4495800" cy="636588"/>
          </a:xfrm>
        </p:spPr>
        <p:txBody>
          <a:bodyPr/>
          <a:lstStyle/>
          <a:p>
            <a:pPr algn="l">
              <a:defRPr/>
            </a:pPr>
            <a:r>
              <a:rPr lang="en-US" sz="4000" dirty="0">
                <a:latin typeface="Times New Roman" pitchFamily="18" charset="0"/>
                <a:ea typeface="+mj-ea"/>
                <a:cs typeface="+mj-cs"/>
              </a:rPr>
              <a:t>Rule for the Iota </a:t>
            </a:r>
            <a:r>
              <a:rPr lang="en-US" sz="4000" dirty="0" err="1">
                <a:solidFill>
                  <a:srgbClr val="FF0000"/>
                </a:solidFill>
                <a:latin typeface="CS Avva Shenouda" pitchFamily="34" charset="0"/>
                <a:ea typeface="+mj-ea"/>
                <a:cs typeface="+mj-cs"/>
              </a:rPr>
              <a:t>i</a:t>
            </a:r>
            <a:r>
              <a:rPr lang="en-US" sz="4000" dirty="0">
                <a:solidFill>
                  <a:schemeClr val="tx1"/>
                </a:solidFill>
                <a:latin typeface="Times New Roman" pitchFamily="18" charset="0"/>
                <a:ea typeface="+mj-ea"/>
                <a:cs typeface="+mj-cs"/>
              </a:rPr>
              <a:t>:</a:t>
            </a:r>
            <a:r>
              <a:rPr lang="en-US" sz="4000" dirty="0">
                <a:solidFill>
                  <a:srgbClr val="FF0000"/>
                </a:solidFill>
                <a:latin typeface="CS Avva Shenouda" pitchFamily="34" charset="0"/>
                <a:ea typeface="+mj-ea"/>
                <a:cs typeface="+mj-cs"/>
              </a:rPr>
              <a:t>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4835" name="Line 99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37" name="Text Box 101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 </a:t>
            </a:r>
            <a:r>
              <a:rPr lang="en-US" sz="4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44838" name="Text Box 102"/>
          <p:cNvSpPr txBox="1">
            <a:spLocks noChangeArrowheads="1"/>
          </p:cNvSpPr>
          <p:nvPr/>
        </p:nvSpPr>
        <p:spPr bwMode="auto">
          <a:xfrm>
            <a:off x="3352800" y="1219200"/>
            <a:ext cx="45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44839" name="Text Box 103"/>
          <p:cNvSpPr txBox="1">
            <a:spLocks noChangeArrowheads="1"/>
          </p:cNvSpPr>
          <p:nvPr/>
        </p:nvSpPr>
        <p:spPr bwMode="auto">
          <a:xfrm>
            <a:off x="3276600" y="21336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ee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44840" name="Text Box 104"/>
          <p:cNvSpPr txBox="1">
            <a:spLocks noChangeArrowheads="1"/>
          </p:cNvSpPr>
          <p:nvPr/>
        </p:nvSpPr>
        <p:spPr bwMode="auto">
          <a:xfrm>
            <a:off x="3352800" y="3276600"/>
            <a:ext cx="762000" cy="534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y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44843" name="Freeform 107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44" name="Line 108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45" name="Line 109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48" name="Text Box 112"/>
          <p:cNvSpPr txBox="1">
            <a:spLocks noChangeArrowheads="1"/>
          </p:cNvSpPr>
          <p:nvPr/>
        </p:nvSpPr>
        <p:spPr bwMode="auto">
          <a:xfrm>
            <a:off x="3886200" y="1371600"/>
            <a:ext cx="441960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if 1</a:t>
            </a:r>
            <a:r>
              <a:rPr lang="en-US" sz="3200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st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letter in a word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44849" name="Text Box 113"/>
          <p:cNvSpPr txBox="1">
            <a:spLocks noChangeArrowheads="1"/>
          </p:cNvSpPr>
          <p:nvPr/>
        </p:nvSpPr>
        <p:spPr bwMode="auto">
          <a:xfrm>
            <a:off x="3886200" y="2286000"/>
            <a:ext cx="518160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between 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consonants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44850" name="Text Box 114"/>
          <p:cNvSpPr txBox="1">
            <a:spLocks noChangeArrowheads="1"/>
          </p:cNvSpPr>
          <p:nvPr/>
        </p:nvSpPr>
        <p:spPr bwMode="auto">
          <a:xfrm>
            <a:off x="3886200" y="3276600"/>
            <a:ext cx="3200400" cy="58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next to a vowel)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1" name="Text Box 115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44852" name="Text Box 116"/>
          <p:cNvSpPr txBox="1">
            <a:spLocks noChangeArrowheads="1"/>
          </p:cNvSpPr>
          <p:nvPr/>
        </p:nvSpPr>
        <p:spPr bwMode="auto">
          <a:xfrm>
            <a:off x="609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isi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3" name="Text Box 117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rwmi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4" name="Text Box 118"/>
          <p:cNvSpPr txBox="1">
            <a:spLocks noChangeArrowheads="1"/>
          </p:cNvSpPr>
          <p:nvPr/>
        </p:nvSpPr>
        <p:spPr bwMode="auto">
          <a:xfrm>
            <a:off x="4495800" y="46482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iom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5" name="Text Box 119"/>
          <p:cNvSpPr txBox="1">
            <a:spLocks noChangeArrowheads="1"/>
          </p:cNvSpPr>
          <p:nvPr/>
        </p:nvSpPr>
        <p:spPr bwMode="auto">
          <a:xfrm>
            <a:off x="6324600" y="4648200"/>
            <a:ext cx="1905000" cy="7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Icrayl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6" name="Text Box 120"/>
          <p:cNvSpPr txBox="1">
            <a:spLocks noChangeArrowheads="1"/>
          </p:cNvSpPr>
          <p:nvPr/>
        </p:nvSpPr>
        <p:spPr bwMode="auto">
          <a:xfrm>
            <a:off x="1219200" y="54864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niben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7" name="Text Box 121"/>
          <p:cNvSpPr txBox="1">
            <a:spLocks noChangeArrowheads="1"/>
          </p:cNvSpPr>
          <p:nvPr/>
        </p:nvSpPr>
        <p:spPr bwMode="auto">
          <a:xfrm>
            <a:off x="3276600" y="5486400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Ic,uroc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58" name="Text Box 122"/>
          <p:cNvSpPr txBox="1">
            <a:spLocks noChangeArrowheads="1"/>
          </p:cNvSpPr>
          <p:nvPr/>
        </p:nvSpPr>
        <p:spPr bwMode="auto">
          <a:xfrm>
            <a:off x="5715000" y="5486400"/>
            <a:ext cx="1219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nai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0" name="Text Box 124"/>
          <p:cNvSpPr txBox="1">
            <a:spLocks noChangeArrowheads="1"/>
          </p:cNvSpPr>
          <p:nvPr/>
        </p:nvSpPr>
        <p:spPr bwMode="auto">
          <a:xfrm>
            <a:off x="228600" y="6156325"/>
            <a:ext cx="2057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agioc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1" name="Text Box 125"/>
          <p:cNvSpPr txBox="1">
            <a:spLocks noChangeArrowheads="1"/>
          </p:cNvSpPr>
          <p:nvPr/>
        </p:nvSpPr>
        <p:spPr bwMode="auto">
          <a:xfrm>
            <a:off x="2362200" y="6156325"/>
            <a:ext cx="2209800" cy="7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`&lt;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rictoc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2" name="Text Box 126"/>
          <p:cNvSpPr txBox="1">
            <a:spLocks noChangeArrowheads="1"/>
          </p:cNvSpPr>
          <p:nvPr/>
        </p:nvSpPr>
        <p:spPr bwMode="auto">
          <a:xfrm>
            <a:off x="4800600" y="6156325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</a:t>
            </a: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ilewc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44863" name="Text Box 127"/>
          <p:cNvSpPr txBox="1">
            <a:spLocks noChangeArrowheads="1"/>
          </p:cNvSpPr>
          <p:nvPr/>
        </p:nvSpPr>
        <p:spPr bwMode="auto">
          <a:xfrm>
            <a:off x="6705600" y="6156325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  <a:defRPr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Mari`a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4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4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4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4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4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838" grpId="0"/>
      <p:bldP spid="244839" grpId="0"/>
      <p:bldP spid="244840" grpId="0"/>
      <p:bldP spid="244848" grpId="0"/>
      <p:bldP spid="244850" grpId="0"/>
      <p:bldP spid="244851" grpId="0"/>
      <p:bldP spid="244852" grpId="0"/>
      <p:bldP spid="244854" grpId="0"/>
      <p:bldP spid="244857" grpId="0"/>
      <p:bldP spid="244858" grpId="0"/>
      <p:bldP spid="244860" grpId="0"/>
      <p:bldP spid="244861" grpId="0"/>
      <p:bldP spid="244862" grpId="0"/>
      <p:bldP spid="24486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r>
              <a:rPr lang="en-US" sz="4000">
                <a:latin typeface="Times New Roman" pitchFamily="18" charset="0"/>
              </a:rPr>
              <a:t>Rule for the Epsilon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U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30403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04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U u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0405" name="Text Box 5"/>
          <p:cNvSpPr txBox="1">
            <a:spLocks noChangeArrowheads="1"/>
          </p:cNvSpPr>
          <p:nvPr/>
        </p:nvSpPr>
        <p:spPr bwMode="auto">
          <a:xfrm>
            <a:off x="3429000" y="12954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V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0406" name="Text Box 6"/>
          <p:cNvSpPr txBox="1">
            <a:spLocks noChangeArrowheads="1"/>
          </p:cNvSpPr>
          <p:nvPr/>
        </p:nvSpPr>
        <p:spPr bwMode="auto">
          <a:xfrm>
            <a:off x="3352800" y="22098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oo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0407" name="Text Box 7"/>
          <p:cNvSpPr txBox="1">
            <a:spLocks noChangeArrowheads="1"/>
          </p:cNvSpPr>
          <p:nvPr/>
        </p:nvSpPr>
        <p:spPr bwMode="auto">
          <a:xfrm>
            <a:off x="3352800" y="3352800"/>
            <a:ext cx="762000" cy="5357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 smtClean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ee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0408" name="Freeform 8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09" name="Line 9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10" name="Line 10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11" name="Text Box 11"/>
          <p:cNvSpPr txBox="1">
            <a:spLocks noChangeArrowheads="1"/>
          </p:cNvSpPr>
          <p:nvPr/>
        </p:nvSpPr>
        <p:spPr bwMode="auto">
          <a:xfrm>
            <a:off x="4114800" y="1295400"/>
            <a:ext cx="2514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after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a&gt;e</a:t>
            </a:r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0412" name="Text Box 12"/>
          <p:cNvSpPr txBox="1">
            <a:spLocks noChangeArrowheads="1"/>
          </p:cNvSpPr>
          <p:nvPr/>
        </p:nvSpPr>
        <p:spPr bwMode="auto">
          <a:xfrm>
            <a:off x="4114800" y="2286000"/>
            <a:ext cx="3124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after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o - </a:t>
            </a: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ou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0413" name="Text Box 13"/>
          <p:cNvSpPr txBox="1">
            <a:spLocks noChangeArrowheads="1"/>
          </p:cNvSpPr>
          <p:nvPr/>
        </p:nvSpPr>
        <p:spPr bwMode="auto">
          <a:xfrm>
            <a:off x="4114800" y="3352800"/>
            <a:ext cx="50292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after constant, or with Jinkim</a:t>
            </a: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`</a:t>
            </a: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0414" name="Text Box 14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0415" name="Text Box 15"/>
          <p:cNvSpPr txBox="1">
            <a:spLocks noChangeArrowheads="1"/>
          </p:cNvSpPr>
          <p:nvPr/>
        </p:nvSpPr>
        <p:spPr bwMode="auto">
          <a:xfrm>
            <a:off x="914400" y="4648200"/>
            <a:ext cx="1143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mau</a:t>
            </a:r>
          </a:p>
        </p:txBody>
      </p:sp>
      <p:sp>
        <p:nvSpPr>
          <p:cNvPr id="230416" name="Text Box 16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soury</a:t>
            </a:r>
          </a:p>
        </p:txBody>
      </p:sp>
      <p:sp>
        <p:nvSpPr>
          <p:cNvPr id="230417" name="Text Box 17"/>
          <p:cNvSpPr txBox="1">
            <a:spLocks noChangeArrowheads="1"/>
          </p:cNvSpPr>
          <p:nvPr/>
        </p:nvSpPr>
        <p:spPr bwMode="auto">
          <a:xfrm>
            <a:off x="4191000" y="4648200"/>
            <a:ext cx="1905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humnoc</a:t>
            </a:r>
          </a:p>
        </p:txBody>
      </p:sp>
      <p:sp>
        <p:nvSpPr>
          <p:cNvPr id="230418" name="Text Box 18"/>
          <p:cNvSpPr txBox="1">
            <a:spLocks noChangeArrowheads="1"/>
          </p:cNvSpPr>
          <p:nvPr/>
        </p:nvSpPr>
        <p:spPr bwMode="auto">
          <a:xfrm>
            <a:off x="6324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ouro</a:t>
            </a:r>
          </a:p>
        </p:txBody>
      </p:sp>
      <p:sp>
        <p:nvSpPr>
          <p:cNvPr id="230419" name="Text Box 19"/>
          <p:cNvSpPr txBox="1">
            <a:spLocks noChangeArrowheads="1"/>
          </p:cNvSpPr>
          <p:nvPr/>
        </p:nvSpPr>
        <p:spPr bwMode="auto">
          <a:xfrm>
            <a:off x="1447800" y="54864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Eu`a</a:t>
            </a:r>
          </a:p>
        </p:txBody>
      </p:sp>
      <p:sp>
        <p:nvSpPr>
          <p:cNvPr id="230420" name="Text Box 20"/>
          <p:cNvSpPr txBox="1">
            <a:spLocks noChangeArrowheads="1"/>
          </p:cNvSpPr>
          <p:nvPr/>
        </p:nvSpPr>
        <p:spPr bwMode="auto">
          <a:xfrm>
            <a:off x="3200400" y="5486400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dumiany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0421" name="Text Box 21"/>
          <p:cNvSpPr txBox="1">
            <a:spLocks noChangeArrowheads="1"/>
          </p:cNvSpPr>
          <p:nvPr/>
        </p:nvSpPr>
        <p:spPr bwMode="auto">
          <a:xfrm>
            <a:off x="5486400" y="5486400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`cnau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0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0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5" grpId="0"/>
      <p:bldP spid="230406" grpId="0"/>
      <p:bldP spid="230407" grpId="0"/>
      <p:bldP spid="230411" grpId="0"/>
      <p:bldP spid="230413" grpId="0"/>
      <p:bldP spid="230414" grpId="0"/>
      <p:bldP spid="230415" grpId="0"/>
      <p:bldP spid="230417" grpId="0"/>
      <p:bldP spid="230420" grpId="0"/>
      <p:bldP spid="2304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4495800" cy="636588"/>
          </a:xfrm>
        </p:spPr>
        <p:txBody>
          <a:bodyPr/>
          <a:lstStyle/>
          <a:p>
            <a:pPr algn="l"/>
            <a:r>
              <a:rPr lang="en-US" sz="4000">
                <a:latin typeface="Times New Roman" pitchFamily="18" charset="0"/>
              </a:rPr>
              <a:t>Rule for the Kei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&lt;</a:t>
            </a:r>
            <a:r>
              <a:rPr lang="en-US" sz="4000">
                <a:solidFill>
                  <a:schemeClr val="tx1"/>
                </a:solidFill>
                <a:latin typeface="Times New Roman" pitchFamily="18" charset="0"/>
              </a:rPr>
              <a:t>: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 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33475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76" name="Text Box 4"/>
          <p:cNvSpPr txBox="1">
            <a:spLocks noChangeArrowheads="1"/>
          </p:cNvSpPr>
          <p:nvPr/>
        </p:nvSpPr>
        <p:spPr bwMode="auto">
          <a:xfrm>
            <a:off x="381000" y="2286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&lt; ,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3477" name="Text Box 5"/>
          <p:cNvSpPr txBox="1">
            <a:spLocks noChangeArrowheads="1"/>
          </p:cNvSpPr>
          <p:nvPr/>
        </p:nvSpPr>
        <p:spPr bwMode="auto">
          <a:xfrm>
            <a:off x="3429000" y="1295400"/>
            <a:ext cx="457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8" name="Text Box 6"/>
          <p:cNvSpPr txBox="1">
            <a:spLocks noChangeArrowheads="1"/>
          </p:cNvSpPr>
          <p:nvPr/>
        </p:nvSpPr>
        <p:spPr bwMode="auto">
          <a:xfrm>
            <a:off x="3352800" y="2209800"/>
            <a:ext cx="762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sh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79" name="Text Box 7"/>
          <p:cNvSpPr txBox="1">
            <a:spLocks noChangeArrowheads="1"/>
          </p:cNvSpPr>
          <p:nvPr/>
        </p:nvSpPr>
        <p:spPr bwMode="auto">
          <a:xfrm>
            <a:off x="3429000" y="3352800"/>
            <a:ext cx="762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00100" indent="-800100">
              <a:lnSpc>
                <a:spcPct val="70000"/>
              </a:lnSpc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kh</a:t>
            </a:r>
            <a:endParaRPr lang="en-US" sz="32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3480" name="Freeform 8"/>
          <p:cNvSpPr>
            <a:spLocks/>
          </p:cNvSpPr>
          <p:nvPr/>
        </p:nvSpPr>
        <p:spPr bwMode="auto">
          <a:xfrm>
            <a:off x="1981200" y="1676400"/>
            <a:ext cx="1295400" cy="923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1" name="Line 9"/>
          <p:cNvSpPr>
            <a:spLocks noChangeShapeType="1"/>
          </p:cNvSpPr>
          <p:nvPr/>
        </p:nvSpPr>
        <p:spPr bwMode="auto">
          <a:xfrm>
            <a:off x="1981200" y="2590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2" name="Line 10"/>
          <p:cNvSpPr>
            <a:spLocks noChangeShapeType="1"/>
          </p:cNvSpPr>
          <p:nvPr/>
        </p:nvSpPr>
        <p:spPr bwMode="auto">
          <a:xfrm>
            <a:off x="1981200" y="2590800"/>
            <a:ext cx="1371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3" name="Text Box 11"/>
          <p:cNvSpPr txBox="1">
            <a:spLocks noChangeArrowheads="1"/>
          </p:cNvSpPr>
          <p:nvPr/>
        </p:nvSpPr>
        <p:spPr bwMode="auto">
          <a:xfrm>
            <a:off x="3886200" y="1371600"/>
            <a:ext cx="4114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in a Coptic Word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4" name="Text Box 12"/>
          <p:cNvSpPr txBox="1">
            <a:spLocks noChangeArrowheads="1"/>
          </p:cNvSpPr>
          <p:nvPr/>
        </p:nvSpPr>
        <p:spPr bwMode="auto">
          <a:xfrm>
            <a:off x="3962400" y="2362200"/>
            <a:ext cx="44196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before the e-family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962400" y="3352800"/>
            <a:ext cx="2743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Gk, otherwise)</a:t>
            </a:r>
            <a:endParaRPr lang="en-US" sz="320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86" name="Text Box 14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3487" name="Text Box 15"/>
          <p:cNvSpPr txBox="1">
            <a:spLocks noChangeArrowheads="1"/>
          </p:cNvSpPr>
          <p:nvPr/>
        </p:nvSpPr>
        <p:spPr bwMode="auto">
          <a:xfrm>
            <a:off x="609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,ymi</a:t>
            </a:r>
          </a:p>
        </p:txBody>
      </p:sp>
      <p:sp>
        <p:nvSpPr>
          <p:cNvPr id="233488" name="Text Box 16"/>
          <p:cNvSpPr txBox="1">
            <a:spLocks noChangeArrowheads="1"/>
          </p:cNvSpPr>
          <p:nvPr/>
        </p:nvSpPr>
        <p:spPr bwMode="auto">
          <a:xfrm>
            <a:off x="2362200" y="46482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,aric</a:t>
            </a:r>
          </a:p>
        </p:txBody>
      </p:sp>
      <p:sp>
        <p:nvSpPr>
          <p:cNvPr id="233489" name="Text Box 17"/>
          <p:cNvSpPr txBox="1">
            <a:spLocks noChangeArrowheads="1"/>
          </p:cNvSpPr>
          <p:nvPr/>
        </p:nvSpPr>
        <p:spPr bwMode="auto">
          <a:xfrm>
            <a:off x="4495800" y="46482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,ere</a:t>
            </a:r>
          </a:p>
        </p:txBody>
      </p:sp>
      <p:sp>
        <p:nvSpPr>
          <p:cNvPr id="233490" name="Text Box 18"/>
          <p:cNvSpPr txBox="1">
            <a:spLocks noChangeArrowheads="1"/>
          </p:cNvSpPr>
          <p:nvPr/>
        </p:nvSpPr>
        <p:spPr bwMode="auto">
          <a:xfrm>
            <a:off x="6324600" y="4648200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`,rwm</a:t>
            </a:r>
          </a:p>
        </p:txBody>
      </p:sp>
      <p:sp>
        <p:nvSpPr>
          <p:cNvPr id="233491" name="Text Box 19"/>
          <p:cNvSpPr txBox="1">
            <a:spLocks noChangeArrowheads="1"/>
          </p:cNvSpPr>
          <p:nvPr/>
        </p:nvSpPr>
        <p:spPr bwMode="auto">
          <a:xfrm>
            <a:off x="1219200" y="54864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Ar,y</a:t>
            </a:r>
          </a:p>
        </p:txBody>
      </p:sp>
      <p:sp>
        <p:nvSpPr>
          <p:cNvPr id="233492" name="Text Box 20"/>
          <p:cNvSpPr txBox="1">
            <a:spLocks noChangeArrowheads="1"/>
          </p:cNvSpPr>
          <p:nvPr/>
        </p:nvSpPr>
        <p:spPr bwMode="auto">
          <a:xfrm>
            <a:off x="3124200" y="5486400"/>
            <a:ext cx="24384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Mona,oc</a:t>
            </a:r>
            <a:endParaRPr lang="en-US" sz="4000" dirty="0">
              <a:effectLst>
                <a:outerShdw blurRad="38100" dist="38100" dir="2700000" algn="tl">
                  <a:srgbClr val="000000"/>
                </a:outerShdw>
              </a:effectLst>
              <a:latin typeface="CS Avva Shenouda" pitchFamily="34" charset="0"/>
            </a:endParaRPr>
          </a:p>
        </p:txBody>
      </p:sp>
      <p:sp>
        <p:nvSpPr>
          <p:cNvPr id="233493" name="Text Box 21"/>
          <p:cNvSpPr txBox="1">
            <a:spLocks noChangeArrowheads="1"/>
          </p:cNvSpPr>
          <p:nvPr/>
        </p:nvSpPr>
        <p:spPr bwMode="auto">
          <a:xfrm>
            <a:off x="5715000" y="5486400"/>
            <a:ext cx="1219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,w</a:t>
            </a:r>
          </a:p>
        </p:txBody>
      </p:sp>
      <p:sp>
        <p:nvSpPr>
          <p:cNvPr id="233494" name="Text Box 22"/>
          <p:cNvSpPr txBox="1">
            <a:spLocks noChangeArrowheads="1"/>
          </p:cNvSpPr>
          <p:nvPr/>
        </p:nvSpPr>
        <p:spPr bwMode="auto">
          <a:xfrm>
            <a:off x="6629400" y="2895600"/>
            <a:ext cx="2514600" cy="10668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e-family:</a:t>
            </a:r>
          </a:p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e&gt; y&gt; i&gt; u</a:t>
            </a:r>
          </a:p>
        </p:txBody>
      </p:sp>
      <p:sp>
        <p:nvSpPr>
          <p:cNvPr id="233495" name="Text Box 23"/>
          <p:cNvSpPr txBox="1">
            <a:spLocks noChangeArrowheads="1"/>
          </p:cNvSpPr>
          <p:nvPr/>
        </p:nvSpPr>
        <p:spPr bwMode="auto">
          <a:xfrm>
            <a:off x="228600" y="6156325"/>
            <a:ext cx="2057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Lu,nia</a:t>
            </a:r>
          </a:p>
        </p:txBody>
      </p:sp>
      <p:sp>
        <p:nvSpPr>
          <p:cNvPr id="233496" name="Text Box 24"/>
          <p:cNvSpPr txBox="1">
            <a:spLocks noChangeArrowheads="1"/>
          </p:cNvSpPr>
          <p:nvPr/>
        </p:nvSpPr>
        <p:spPr bwMode="auto">
          <a:xfrm>
            <a:off x="2362200" y="6156325"/>
            <a:ext cx="1981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Pi,iwn</a:t>
            </a:r>
          </a:p>
        </p:txBody>
      </p:sp>
      <p:sp>
        <p:nvSpPr>
          <p:cNvPr id="233497" name="Text Box 25"/>
          <p:cNvSpPr txBox="1">
            <a:spLocks noChangeArrowheads="1"/>
          </p:cNvSpPr>
          <p:nvPr/>
        </p:nvSpPr>
        <p:spPr bwMode="auto">
          <a:xfrm>
            <a:off x="4495800" y="6156325"/>
            <a:ext cx="1676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,wra</a:t>
            </a:r>
          </a:p>
        </p:txBody>
      </p:sp>
      <p:sp>
        <p:nvSpPr>
          <p:cNvPr id="233498" name="Text Box 26"/>
          <p:cNvSpPr txBox="1">
            <a:spLocks noChangeArrowheads="1"/>
          </p:cNvSpPr>
          <p:nvPr/>
        </p:nvSpPr>
        <p:spPr bwMode="auto">
          <a:xfrm>
            <a:off x="6324600" y="6156325"/>
            <a:ext cx="2133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Ic,uroc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3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3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8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6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7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0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0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0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1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1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8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29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7" grpId="0"/>
      <p:bldP spid="233478" grpId="0"/>
      <p:bldP spid="233479" grpId="0"/>
      <p:bldP spid="233483" grpId="0"/>
      <p:bldP spid="233485" grpId="0"/>
      <p:bldP spid="233486" grpId="0"/>
      <p:bldP spid="233487" grpId="0"/>
      <p:bldP spid="233489" grpId="0"/>
      <p:bldP spid="233492" grpId="0"/>
      <p:bldP spid="233493" grpId="0"/>
      <p:bldP spid="233494" grpId="0" animBg="1"/>
      <p:bldP spid="233495" grpId="0"/>
      <p:bldP spid="233496" grpId="0"/>
      <p:bldP spid="233497" grpId="0"/>
      <p:bldP spid="23349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/>
          <a:lstStyle/>
          <a:p>
            <a:r>
              <a:rPr lang="en-US" sz="4000">
                <a:latin typeface="Times New Roman" pitchFamily="18" charset="0"/>
              </a:rPr>
              <a:t>Rule for the Ganga</a:t>
            </a:r>
            <a:r>
              <a:rPr lang="en-US" sz="4000"/>
              <a:t> </a:t>
            </a:r>
            <a:r>
              <a:rPr lang="en-US" sz="4000">
                <a:solidFill>
                  <a:srgbClr val="FF0000"/>
                </a:solidFill>
                <a:latin typeface="CS Avva Shenouda" pitchFamily="34" charset="0"/>
              </a:rPr>
              <a:t>J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231427" name="Line 3"/>
          <p:cNvSpPr>
            <a:spLocks noChangeShapeType="1"/>
          </p:cNvSpPr>
          <p:nvPr/>
        </p:nvSpPr>
        <p:spPr bwMode="auto">
          <a:xfrm flipV="1">
            <a:off x="2362200" y="3962400"/>
            <a:ext cx="3352800" cy="152400"/>
          </a:xfrm>
          <a:prstGeom prst="line">
            <a:avLst/>
          </a:prstGeom>
          <a:noFill/>
          <a:ln w="9525">
            <a:noFill/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1428" name="Text Box 4"/>
          <p:cNvSpPr txBox="1">
            <a:spLocks noChangeArrowheads="1"/>
          </p:cNvSpPr>
          <p:nvPr/>
        </p:nvSpPr>
        <p:spPr bwMode="auto">
          <a:xfrm>
            <a:off x="381000" y="1905000"/>
            <a:ext cx="1752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J j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 </a:t>
            </a: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=</a:t>
            </a:r>
          </a:p>
        </p:txBody>
      </p:sp>
      <p:sp>
        <p:nvSpPr>
          <p:cNvPr id="231429" name="Text Box 5"/>
          <p:cNvSpPr txBox="1">
            <a:spLocks noChangeArrowheads="1"/>
          </p:cNvSpPr>
          <p:nvPr/>
        </p:nvSpPr>
        <p:spPr bwMode="auto">
          <a:xfrm>
            <a:off x="3276600" y="1219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1430" name="Text Box 6"/>
          <p:cNvSpPr txBox="1">
            <a:spLocks noChangeArrowheads="1"/>
          </p:cNvSpPr>
          <p:nvPr/>
        </p:nvSpPr>
        <p:spPr bwMode="auto">
          <a:xfrm>
            <a:off x="3276600" y="2362200"/>
            <a:ext cx="6096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j</a:t>
            </a:r>
            <a:endParaRPr lang="en-US" sz="400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1431" name="Text Box 7"/>
          <p:cNvSpPr txBox="1">
            <a:spLocks noChangeArrowheads="1"/>
          </p:cNvSpPr>
          <p:nvPr/>
        </p:nvSpPr>
        <p:spPr bwMode="auto">
          <a:xfrm>
            <a:off x="3657600" y="2514600"/>
            <a:ext cx="44958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(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before the e-family</a:t>
            </a:r>
            <a:r>
              <a:rPr 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)</a:t>
            </a:r>
          </a:p>
        </p:txBody>
      </p:sp>
      <p:sp>
        <p:nvSpPr>
          <p:cNvPr id="231432" name="Text Box 8"/>
          <p:cNvSpPr txBox="1">
            <a:spLocks noChangeArrowheads="1"/>
          </p:cNvSpPr>
          <p:nvPr/>
        </p:nvSpPr>
        <p:spPr bwMode="auto">
          <a:xfrm>
            <a:off x="609600" y="3962400"/>
            <a:ext cx="2362200" cy="579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32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Examples:</a:t>
            </a:r>
          </a:p>
        </p:txBody>
      </p:sp>
      <p:sp>
        <p:nvSpPr>
          <p:cNvPr id="231433" name="Text Box 9"/>
          <p:cNvSpPr txBox="1">
            <a:spLocks noChangeArrowheads="1"/>
          </p:cNvSpPr>
          <p:nvPr/>
        </p:nvSpPr>
        <p:spPr bwMode="auto">
          <a:xfrm>
            <a:off x="914400" y="4648200"/>
            <a:ext cx="12954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jwm</a:t>
            </a:r>
          </a:p>
        </p:txBody>
      </p:sp>
      <p:sp>
        <p:nvSpPr>
          <p:cNvPr id="231434" name="Text Box 10"/>
          <p:cNvSpPr txBox="1">
            <a:spLocks noChangeArrowheads="1"/>
          </p:cNvSpPr>
          <p:nvPr/>
        </p:nvSpPr>
        <p:spPr bwMode="auto">
          <a:xfrm>
            <a:off x="26670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caji</a:t>
            </a:r>
          </a:p>
        </p:txBody>
      </p:sp>
      <p:sp>
        <p:nvSpPr>
          <p:cNvPr id="231435" name="Text Box 11"/>
          <p:cNvSpPr txBox="1">
            <a:spLocks noChangeArrowheads="1"/>
          </p:cNvSpPr>
          <p:nvPr/>
        </p:nvSpPr>
        <p:spPr bwMode="auto">
          <a:xfrm>
            <a:off x="4191000" y="4648200"/>
            <a:ext cx="19050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jwri</a:t>
            </a:r>
          </a:p>
        </p:txBody>
      </p:sp>
      <p:sp>
        <p:nvSpPr>
          <p:cNvPr id="231436" name="Text Box 12"/>
          <p:cNvSpPr txBox="1">
            <a:spLocks noChangeArrowheads="1"/>
          </p:cNvSpPr>
          <p:nvPr/>
        </p:nvSpPr>
        <p:spPr bwMode="auto">
          <a:xfrm>
            <a:off x="6324600" y="46482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jij</a:t>
            </a:r>
          </a:p>
        </p:txBody>
      </p:sp>
      <p:sp>
        <p:nvSpPr>
          <p:cNvPr id="231437" name="Text Box 13"/>
          <p:cNvSpPr txBox="1">
            <a:spLocks noChangeArrowheads="1"/>
          </p:cNvSpPr>
          <p:nvPr/>
        </p:nvSpPr>
        <p:spPr bwMode="auto">
          <a:xfrm>
            <a:off x="1600200" y="54864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ajp</a:t>
            </a:r>
          </a:p>
        </p:txBody>
      </p:sp>
      <p:sp>
        <p:nvSpPr>
          <p:cNvPr id="231438" name="Text Box 14"/>
          <p:cNvSpPr txBox="1">
            <a:spLocks noChangeArrowheads="1"/>
          </p:cNvSpPr>
          <p:nvPr/>
        </p:nvSpPr>
        <p:spPr bwMode="auto">
          <a:xfrm>
            <a:off x="3429000" y="5486400"/>
            <a:ext cx="16002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jaji</a:t>
            </a:r>
          </a:p>
        </p:txBody>
      </p:sp>
      <p:sp>
        <p:nvSpPr>
          <p:cNvPr id="231439" name="Text Box 15"/>
          <p:cNvSpPr txBox="1">
            <a:spLocks noChangeArrowheads="1"/>
          </p:cNvSpPr>
          <p:nvPr/>
        </p:nvSpPr>
        <p:spPr bwMode="auto">
          <a:xfrm>
            <a:off x="5486400" y="5486400"/>
            <a:ext cx="1447800" cy="701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jyk</a:t>
            </a:r>
          </a:p>
        </p:txBody>
      </p:sp>
      <p:sp>
        <p:nvSpPr>
          <p:cNvPr id="231440" name="Line 16"/>
          <p:cNvSpPr>
            <a:spLocks noChangeShapeType="1"/>
          </p:cNvSpPr>
          <p:nvPr/>
        </p:nvSpPr>
        <p:spPr bwMode="auto">
          <a:xfrm>
            <a:off x="1981200" y="22098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1441" name="Freeform 17"/>
          <p:cNvSpPr>
            <a:spLocks/>
          </p:cNvSpPr>
          <p:nvPr/>
        </p:nvSpPr>
        <p:spPr bwMode="auto">
          <a:xfrm>
            <a:off x="1981200" y="1676400"/>
            <a:ext cx="1371600" cy="542925"/>
          </a:xfrm>
          <a:custGeom>
            <a:avLst/>
            <a:gdLst/>
            <a:ahLst/>
            <a:cxnLst>
              <a:cxn ang="0">
                <a:pos x="0" y="678"/>
              </a:cxn>
              <a:cxn ang="0">
                <a:pos x="834" y="0"/>
              </a:cxn>
            </a:cxnLst>
            <a:rect l="0" t="0" r="r" b="b"/>
            <a:pathLst>
              <a:path w="834" h="678">
                <a:moveTo>
                  <a:pt x="0" y="678"/>
                </a:moveTo>
                <a:lnTo>
                  <a:pt x="83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1442" name="Text Box 18"/>
          <p:cNvSpPr txBox="1">
            <a:spLocks noChangeArrowheads="1"/>
          </p:cNvSpPr>
          <p:nvPr/>
        </p:nvSpPr>
        <p:spPr bwMode="auto">
          <a:xfrm>
            <a:off x="6248400" y="1143000"/>
            <a:ext cx="2514600" cy="10668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E-family:</a:t>
            </a:r>
          </a:p>
          <a:p>
            <a:pPr algn="ctr">
              <a:buClr>
                <a:schemeClr val="hlink"/>
              </a:buClr>
              <a:buSzPct val="90000"/>
              <a:buFont typeface="Wingdings" pitchFamily="2" charset="2"/>
              <a:buNone/>
            </a:pPr>
            <a:r>
              <a:rPr lang="en-US" sz="400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S Avva Shenouda" pitchFamily="34" charset="0"/>
              </a:rPr>
              <a:t>e&gt; y&gt; i&gt; 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3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3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7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7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8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8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9" grpId="0"/>
      <p:bldP spid="231430" grpId="0"/>
      <p:bldP spid="231432" grpId="0"/>
      <p:bldP spid="231433" grpId="0"/>
      <p:bldP spid="231435" grpId="0"/>
      <p:bldP spid="231438" grpId="0"/>
      <p:bldP spid="231439" grpId="0"/>
      <p:bldP spid="2314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endParaRPr lang="en-US" sz="4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33400" y="3352800"/>
            <a:ext cx="7772400" cy="1508125"/>
          </a:xfrm>
        </p:spPr>
        <p:txBody>
          <a:bodyPr/>
          <a:lstStyle/>
          <a:p>
            <a:r>
              <a:rPr lang="en-US">
                <a:latin typeface="CS Avva Shenouda" pitchFamily="34" charset="0"/>
              </a:rPr>
              <a:t>Oujai qen `P[oic</a:t>
            </a:r>
          </a:p>
        </p:txBody>
      </p:sp>
      <p:pic>
        <p:nvPicPr>
          <p:cNvPr id="27654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33800" y="2514600"/>
            <a:ext cx="1543050" cy="128587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lance">
  <a:themeElements>
    <a:clrScheme name="Balance 1">
      <a:dk1>
        <a:srgbClr val="663300"/>
      </a:dk1>
      <a:lt1>
        <a:srgbClr val="FFFFFF"/>
      </a:lt1>
      <a:dk2>
        <a:srgbClr val="996600"/>
      </a:dk2>
      <a:lt2>
        <a:srgbClr val="DBBD71"/>
      </a:lt2>
      <a:accent1>
        <a:srgbClr val="F8A500"/>
      </a:accent1>
      <a:accent2>
        <a:srgbClr val="808000"/>
      </a:accent2>
      <a:accent3>
        <a:srgbClr val="CAB8AA"/>
      </a:accent3>
      <a:accent4>
        <a:srgbClr val="DADADA"/>
      </a:accent4>
      <a:accent5>
        <a:srgbClr val="FBCFAA"/>
      </a:accent5>
      <a:accent6>
        <a:srgbClr val="737300"/>
      </a:accent6>
      <a:hlink>
        <a:srgbClr val="FFCC66"/>
      </a:hlink>
      <a:folHlink>
        <a:srgbClr val="CCA500"/>
      </a:folHlink>
    </a:clrScheme>
    <a:fontScheme name="Balance">
      <a:majorFont>
        <a:latin typeface="Arial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alance 1">
        <a:dk1>
          <a:srgbClr val="663300"/>
        </a:dk1>
        <a:lt1>
          <a:srgbClr val="FFFFFF"/>
        </a:lt1>
        <a:dk2>
          <a:srgbClr val="996600"/>
        </a:dk2>
        <a:lt2>
          <a:srgbClr val="DBBD71"/>
        </a:lt2>
        <a:accent1>
          <a:srgbClr val="F8A500"/>
        </a:accent1>
        <a:accent2>
          <a:srgbClr val="808000"/>
        </a:accent2>
        <a:accent3>
          <a:srgbClr val="CAB8AA"/>
        </a:accent3>
        <a:accent4>
          <a:srgbClr val="DADADA"/>
        </a:accent4>
        <a:accent5>
          <a:srgbClr val="FBCFAA"/>
        </a:accent5>
        <a:accent6>
          <a:srgbClr val="737300"/>
        </a:accent6>
        <a:hlink>
          <a:srgbClr val="FFCC66"/>
        </a:hlink>
        <a:folHlink>
          <a:srgbClr val="CCA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2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CC66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B8AA"/>
        </a:accent5>
        <a:accent6>
          <a:srgbClr val="AC6D56"/>
        </a:accent6>
        <a:hlink>
          <a:srgbClr val="FFFF99"/>
        </a:hlink>
        <a:folHlink>
          <a:srgbClr val="E5B32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3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2EB62E"/>
        </a:accent1>
        <a:accent2>
          <a:srgbClr val="527C3A"/>
        </a:accent2>
        <a:accent3>
          <a:srgbClr val="B2B9AC"/>
        </a:accent3>
        <a:accent4>
          <a:srgbClr val="DADADA"/>
        </a:accent4>
        <a:accent5>
          <a:srgbClr val="ADD7AD"/>
        </a:accent5>
        <a:accent6>
          <a:srgbClr val="497034"/>
        </a:accent6>
        <a:hlink>
          <a:srgbClr val="DDD8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4">
        <a:dk1>
          <a:srgbClr val="005A58"/>
        </a:dk1>
        <a:lt1>
          <a:srgbClr val="FFFFFF"/>
        </a:lt1>
        <a:dk2>
          <a:srgbClr val="00716E"/>
        </a:dk2>
        <a:lt2>
          <a:srgbClr val="FFFF99"/>
        </a:lt2>
        <a:accent1>
          <a:srgbClr val="2DB3B0"/>
        </a:accent1>
        <a:accent2>
          <a:srgbClr val="6D6FC7"/>
        </a:accent2>
        <a:accent3>
          <a:srgbClr val="AABBBA"/>
        </a:accent3>
        <a:accent4>
          <a:srgbClr val="DADADA"/>
        </a:accent4>
        <a:accent5>
          <a:srgbClr val="ADD6D4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336699"/>
        </a:accent1>
        <a:accent2>
          <a:srgbClr val="00B000"/>
        </a:accent2>
        <a:accent3>
          <a:srgbClr val="ACB3C1"/>
        </a:accent3>
        <a:accent4>
          <a:srgbClr val="DADADA"/>
        </a:accent4>
        <a:accent5>
          <a:srgbClr val="ADB8CA"/>
        </a:accent5>
        <a:accent6>
          <a:srgbClr val="009F00"/>
        </a:accent6>
        <a:hlink>
          <a:srgbClr val="00CCFF"/>
        </a:hlink>
        <a:folHlink>
          <a:srgbClr val="B5FFF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6">
        <a:dk1>
          <a:srgbClr val="2F2D25"/>
        </a:dk1>
        <a:lt1>
          <a:srgbClr val="FFFFFF"/>
        </a:lt1>
        <a:dk2>
          <a:srgbClr val="656151"/>
        </a:dk2>
        <a:lt2>
          <a:srgbClr val="FFFFCC"/>
        </a:lt2>
        <a:accent1>
          <a:srgbClr val="818173"/>
        </a:accent1>
        <a:accent2>
          <a:srgbClr val="809EA8"/>
        </a:accent2>
        <a:accent3>
          <a:srgbClr val="B8B7B3"/>
        </a:accent3>
        <a:accent4>
          <a:srgbClr val="DADADA"/>
        </a:accent4>
        <a:accent5>
          <a:srgbClr val="C1C1BC"/>
        </a:accent5>
        <a:accent6>
          <a:srgbClr val="738F98"/>
        </a:accent6>
        <a:hlink>
          <a:srgbClr val="E2C86A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7">
        <a:dk1>
          <a:srgbClr val="B4AF80"/>
        </a:dk1>
        <a:lt1>
          <a:srgbClr val="FFFFFF"/>
        </a:lt1>
        <a:dk2>
          <a:srgbClr val="C8C6A2"/>
        </a:dk2>
        <a:lt2>
          <a:srgbClr val="827F4C"/>
        </a:lt2>
        <a:accent1>
          <a:srgbClr val="7C784E"/>
        </a:accent1>
        <a:accent2>
          <a:srgbClr val="A2A4AC"/>
        </a:accent2>
        <a:accent3>
          <a:srgbClr val="E0DFCE"/>
        </a:accent3>
        <a:accent4>
          <a:srgbClr val="DADADA"/>
        </a:accent4>
        <a:accent5>
          <a:srgbClr val="BFBEB2"/>
        </a:accent5>
        <a:accent6>
          <a:srgbClr val="92949B"/>
        </a:accent6>
        <a:hlink>
          <a:srgbClr val="33CC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8">
        <a:dk1>
          <a:srgbClr val="000000"/>
        </a:dk1>
        <a:lt1>
          <a:srgbClr val="DDDDDD"/>
        </a:lt1>
        <a:dk2>
          <a:srgbClr val="000000"/>
        </a:dk2>
        <a:lt2>
          <a:srgbClr val="B8B7D1"/>
        </a:lt2>
        <a:accent1>
          <a:srgbClr val="F1F0F4"/>
        </a:accent1>
        <a:accent2>
          <a:srgbClr val="C1BCFC"/>
        </a:accent2>
        <a:accent3>
          <a:srgbClr val="EBEBEB"/>
        </a:accent3>
        <a:accent4>
          <a:srgbClr val="000000"/>
        </a:accent4>
        <a:accent5>
          <a:srgbClr val="F7F6F8"/>
        </a:accent5>
        <a:accent6>
          <a:srgbClr val="AFAAE4"/>
        </a:accent6>
        <a:hlink>
          <a:srgbClr val="5454C6"/>
        </a:hlink>
        <a:folHlink>
          <a:srgbClr val="6A6F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ance 9">
        <a:dk1>
          <a:srgbClr val="000000"/>
        </a:dk1>
        <a:lt1>
          <a:srgbClr val="FFFFFF"/>
        </a:lt1>
        <a:dk2>
          <a:srgbClr val="00A29E"/>
        </a:dk2>
        <a:lt2>
          <a:srgbClr val="CBCBCB"/>
        </a:lt2>
        <a:accent1>
          <a:srgbClr val="E5E5FF"/>
        </a:accent1>
        <a:accent2>
          <a:srgbClr val="79CD6B"/>
        </a:accent2>
        <a:accent3>
          <a:srgbClr val="FFFFFF"/>
        </a:accent3>
        <a:accent4>
          <a:srgbClr val="000000"/>
        </a:accent4>
        <a:accent5>
          <a:srgbClr val="F0F0FF"/>
        </a:accent5>
        <a:accent6>
          <a:srgbClr val="6DBA60"/>
        </a:accent6>
        <a:hlink>
          <a:srgbClr val="4477DE"/>
        </a:hlink>
        <a:folHlink>
          <a:srgbClr val="65498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Balance</Template>
  <TotalTime>1089</TotalTime>
  <Words>400</Words>
  <Application>Microsoft Office PowerPoint</Application>
  <PresentationFormat>On-screen Show (4:3)</PresentationFormat>
  <Paragraphs>170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Balance</vt:lpstr>
      <vt:lpstr>Coptic Lesson 9</vt:lpstr>
      <vt:lpstr>Coptic Alphabets</vt:lpstr>
      <vt:lpstr>Alphabet Review</vt:lpstr>
      <vt:lpstr>Alphabet Questions</vt:lpstr>
      <vt:lpstr>Rule for the Vita B</vt:lpstr>
      <vt:lpstr>Rule for the Ghamma G</vt:lpstr>
      <vt:lpstr>Rule for the Delta D</vt:lpstr>
      <vt:lpstr>Rule for the Theeta :</vt:lpstr>
      <vt:lpstr>Rule for the Iota i: </vt:lpstr>
      <vt:lpstr>Rule for the Epsilon U</vt:lpstr>
      <vt:lpstr>Rule for the Kei &lt;: </vt:lpstr>
      <vt:lpstr>Rule for the Ganga J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Ossama Ekladious</cp:lastModifiedBy>
  <cp:revision>146</cp:revision>
  <dcterms:created xsi:type="dcterms:W3CDTF">2014-03-29T18:43:12Z</dcterms:created>
  <dcterms:modified xsi:type="dcterms:W3CDTF">2018-01-20T17:58:32Z</dcterms:modified>
</cp:coreProperties>
</file>